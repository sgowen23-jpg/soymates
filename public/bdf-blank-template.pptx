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8147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53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4" descr="A person in a grocery store&#10;&#10;Description automatically generated with medium confidence">
            <a:extLst>
              <a:ext uri="{FF2B5EF4-FFF2-40B4-BE49-F238E27FC236}">
                <a16:creationId xmlns:a16="http://schemas.microsoft.com/office/drawing/2014/main" id="{323F0C99-35BC-45D7-A52D-EAD804BDEF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2000" cy="6100558"/>
          </a:xfrm>
          <a:prstGeom prst="rect">
            <a:avLst/>
          </a:prstGeom>
        </p:spPr>
      </p:pic>
      <p:sp>
        <p:nvSpPr>
          <p:cNvPr id="19" name="Round Diagonal Corner Rectangle 22">
            <a:extLst>
              <a:ext uri="{FF2B5EF4-FFF2-40B4-BE49-F238E27FC236}">
                <a16:creationId xmlns:a16="http://schemas.microsoft.com/office/drawing/2014/main" id="{59CB0AA2-10F2-4554-BFE8-53C3E5B3330D}"/>
              </a:ext>
            </a:extLst>
          </p:cNvPr>
          <p:cNvSpPr/>
          <p:nvPr userDrawn="1"/>
        </p:nvSpPr>
        <p:spPr>
          <a:xfrm>
            <a:off x="1" y="3958542"/>
            <a:ext cx="12192000" cy="2142016"/>
          </a:xfrm>
          <a:prstGeom prst="round2DiagRect">
            <a:avLst>
              <a:gd name="adj1" fmla="val 0"/>
              <a:gd name="adj2" fmla="val 0"/>
            </a:avLst>
          </a:prstGeom>
          <a:gradFill>
            <a:gsLst>
              <a:gs pos="25000">
                <a:schemeClr val="accent1"/>
              </a:gs>
              <a:gs pos="75000">
                <a:srgbClr val="00B050">
                  <a:alpha val="80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78000">
                    <a:srgbClr val="34A853"/>
                  </a:gs>
                  <a:gs pos="16000">
                    <a:srgbClr val="006298"/>
                  </a:gs>
                </a:gsLst>
                <a:lin ang="3000000" scaled="0"/>
              </a:gra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24B58F-05A1-449C-B9E2-6616C44B0FFF}"/>
              </a:ext>
            </a:extLst>
          </p:cNvPr>
          <p:cNvSpPr txBox="1"/>
          <p:nvPr userDrawn="1"/>
        </p:nvSpPr>
        <p:spPr>
          <a:xfrm>
            <a:off x="345705" y="3259385"/>
            <a:ext cx="6597571" cy="1770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70000"/>
              </a:lnSpc>
            </a:pPr>
            <a:r>
              <a:rPr lang="en-US" sz="7500" b="1" spc="-300">
                <a:gradFill>
                  <a:gsLst>
                    <a:gs pos="78000">
                      <a:srgbClr val="34A853"/>
                    </a:gs>
                    <a:gs pos="16000">
                      <a:srgbClr val="00AEEF"/>
                    </a:gs>
                  </a:gsLst>
                  <a:lin ang="3000000" scaled="0"/>
                </a:gradFill>
                <a:latin typeface="+mj-lt"/>
              </a:rPr>
              <a:t>SALES TEAM</a:t>
            </a:r>
          </a:p>
          <a:p>
            <a:pPr algn="l">
              <a:lnSpc>
                <a:spcPct val="70000"/>
              </a:lnSpc>
            </a:pPr>
            <a:r>
              <a:rPr lang="en-US" sz="8000" b="1" spc="-300">
                <a:solidFill>
                  <a:srgbClr val="FFFFFF"/>
                </a:solidFill>
                <a:latin typeface="+mj-lt"/>
              </a:rPr>
              <a:t>PROVIDERS</a:t>
            </a:r>
            <a:endParaRPr lang="en-US" sz="7500" b="1" spc="-30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3CD95D-BFEE-439C-A42D-37AB3A837A37}"/>
              </a:ext>
            </a:extLst>
          </p:cNvPr>
          <p:cNvSpPr/>
          <p:nvPr userDrawn="1"/>
        </p:nvSpPr>
        <p:spPr>
          <a:xfrm>
            <a:off x="0" y="5754705"/>
            <a:ext cx="12191999" cy="10938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194BB8-2030-45AB-A7FF-C393AD9FF0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687" y="5856740"/>
            <a:ext cx="8742313" cy="525736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1">
                <a:latin typeface="+mj-lt"/>
                <a:ea typeface="Segoe UI Black" panose="020B0A02040204020203" pitchFamily="34" charset="0"/>
                <a:cs typeface="Arial" panose="020B0604020202020204" pitchFamily="34" charset="0"/>
              </a:defRPr>
            </a:lvl1pPr>
            <a:lvl2pPr>
              <a:defRPr sz="1400" b="1"/>
            </a:lvl2pPr>
            <a:lvl3pPr>
              <a:defRPr sz="1200" b="1"/>
            </a:lvl3pPr>
            <a:lvl4pPr>
              <a:defRPr sz="1100" b="1"/>
            </a:lvl4pPr>
            <a:lvl5pPr>
              <a:defRPr sz="1050" b="1"/>
            </a:lvl5pPr>
          </a:lstStyle>
          <a:p>
            <a:pPr lvl="0"/>
            <a:r>
              <a:rPr lang="en-US"/>
              <a:t>Presentation Title</a:t>
            </a:r>
            <a:endParaRPr lang="en-AU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5B8E758-30E2-4376-A88E-B51C2FC30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865959" y="5853869"/>
            <a:ext cx="2079303" cy="8326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AU"/>
              <a:t>Client Logo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35EAC9D-41DB-4092-8C27-5D5A1A724D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1687" y="6386096"/>
            <a:ext cx="8742313" cy="300444"/>
          </a:xfrm>
          <a:prstGeom prst="rect">
            <a:avLst/>
          </a:prstGeom>
        </p:spPr>
        <p:txBody>
          <a:bodyPr t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 b="0">
                <a:latin typeface="+mn-lt"/>
              </a:defRPr>
            </a:lvl1pPr>
            <a:lvl2pPr>
              <a:defRPr sz="1400" b="1"/>
            </a:lvl2pPr>
            <a:lvl3pPr>
              <a:defRPr sz="1200" b="1"/>
            </a:lvl3pPr>
            <a:lvl4pPr>
              <a:defRPr sz="1100" b="1"/>
            </a:lvl4pPr>
            <a:lvl5pPr>
              <a:defRPr sz="1050" b="1"/>
            </a:lvl5pPr>
          </a:lstStyle>
          <a:p>
            <a:pPr lvl="0"/>
            <a:r>
              <a:rPr lang="en-US"/>
              <a:t>Sub-title or date</a:t>
            </a:r>
            <a:endParaRPr lang="en-AU"/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AC2AB650-43DE-57D4-CBF7-6ADA8BF7E981}"/>
              </a:ext>
            </a:extLst>
          </p:cNvPr>
          <p:cNvSpPr/>
          <p:nvPr userDrawn="1"/>
        </p:nvSpPr>
        <p:spPr>
          <a:xfrm rot="10800000" flipV="1">
            <a:off x="9865958" y="4583603"/>
            <a:ext cx="2079303" cy="931879"/>
          </a:xfrm>
          <a:prstGeom prst="round2DiagRect">
            <a:avLst>
              <a:gd name="adj1" fmla="val 2827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946A29-802A-4203-AAF5-58A45D4B7D5B}"/>
              </a:ext>
            </a:extLst>
          </p:cNvPr>
          <p:cNvSpPr txBox="1"/>
          <p:nvPr userDrawn="1"/>
        </p:nvSpPr>
        <p:spPr>
          <a:xfrm>
            <a:off x="420353" y="4754505"/>
            <a:ext cx="2079303" cy="295915"/>
          </a:xfrm>
          <a:prstGeom prst="rect">
            <a:avLst/>
          </a:prstGeom>
          <a:noFill/>
        </p:spPr>
        <p:txBody>
          <a:bodyPr wrap="square" numCol="1" spcCol="0" rtlCol="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900" b="0">
                <a:solidFill>
                  <a:schemeClr val="bg1"/>
                </a:solidFill>
                <a:latin typeface="+mj-lt"/>
                <a:ea typeface="Montserrat" charset="0"/>
                <a:cs typeface="Montserrat" charset="0"/>
              </a:rPr>
              <a:t>A DKSH SMOLLAN COMPANY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EB2A394-4574-CE04-2B43-F59005639C96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80172" y="4761948"/>
            <a:ext cx="1650874" cy="57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471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F34AAC2-DD3E-ECFB-7352-F77611782D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1175" y="1690688"/>
            <a:ext cx="11169650" cy="46815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D654C3E-AF90-B62B-E261-BEDA8225D2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flipH="1">
            <a:off x="510571" y="1271511"/>
            <a:ext cx="11170859" cy="36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b="1">
                <a:latin typeface="+mn-lt"/>
              </a:defRPr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Subtitle</a:t>
            </a:r>
            <a:endParaRPr lang="en-AU"/>
          </a:p>
        </p:txBody>
      </p: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1D9B1F4A-67B3-EAF9-ECAC-73C1E171F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571" y="508130"/>
            <a:ext cx="11170859" cy="4813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497E5A-A540-3071-8AC8-C8593411055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829800" y="117341"/>
            <a:ext cx="1851025" cy="306522"/>
          </a:xfrm>
        </p:spPr>
        <p:txBody>
          <a:bodyPr anchor="ctr">
            <a:noAutofit/>
          </a:bodyPr>
          <a:lstStyle>
            <a:lvl1pPr>
              <a:defRPr sz="1000" b="0"/>
            </a:lvl1pPr>
          </a:lstStyle>
          <a:p>
            <a:r>
              <a:rPr lang="en-AU"/>
              <a:t>Insert Client Logo - size balanced with our logo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880C03-C597-D982-3830-FC2841586472}"/>
              </a:ext>
            </a:extLst>
          </p:cNvPr>
          <p:cNvSpPr txBox="1"/>
          <p:nvPr userDrawn="1"/>
        </p:nvSpPr>
        <p:spPr>
          <a:xfrm>
            <a:off x="0" y="-242770"/>
            <a:ext cx="81387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The used logo used in the top left is a special version for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presentations only</a:t>
            </a:r>
            <a:r>
              <a:rPr lang="en-AU" sz="900" b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 its text is enlarged.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Copy the one on the Cover slide 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if needed for other purposes.</a:t>
            </a:r>
          </a:p>
        </p:txBody>
      </p:sp>
    </p:spTree>
    <p:extLst>
      <p:ext uri="{BB962C8B-B14F-4D97-AF65-F5344CB8AC3E}">
        <p14:creationId xmlns:p14="http://schemas.microsoft.com/office/powerpoint/2010/main" val="1910014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No Bkg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F34AAC2-DD3E-ECFB-7352-F77611782D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1175" y="1690688"/>
            <a:ext cx="11169650" cy="4681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D654C3E-AF90-B62B-E261-BEDA8225D2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flipH="1">
            <a:off x="510571" y="1271511"/>
            <a:ext cx="11170859" cy="36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600" b="1">
                <a:latin typeface="+mn-lt"/>
              </a:defRPr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Subtitle</a:t>
            </a:r>
            <a:endParaRPr lang="en-AU"/>
          </a:p>
        </p:txBody>
      </p: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1D9B1F4A-67B3-EAF9-ECAC-73C1E171F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571" y="508130"/>
            <a:ext cx="11170859" cy="4813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A5CFF859-B6DD-C989-D83C-DFAE4F3E3E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829800" y="107816"/>
            <a:ext cx="1851025" cy="306522"/>
          </a:xfrm>
        </p:spPr>
        <p:txBody>
          <a:bodyPr anchor="ctr">
            <a:noAutofit/>
          </a:bodyPr>
          <a:lstStyle>
            <a:lvl1pPr>
              <a:defRPr sz="1000" b="0"/>
            </a:lvl1pPr>
          </a:lstStyle>
          <a:p>
            <a:r>
              <a:rPr lang="en-AU"/>
              <a:t>Insert Client Logo - size balanced with our logo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CAC5F8-75B5-D367-7992-DAC705F93B7E}"/>
              </a:ext>
            </a:extLst>
          </p:cNvPr>
          <p:cNvSpPr txBox="1"/>
          <p:nvPr userDrawn="1"/>
        </p:nvSpPr>
        <p:spPr>
          <a:xfrm>
            <a:off x="0" y="-242770"/>
            <a:ext cx="81387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The used logo used in the top left is a special version for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presentations only</a:t>
            </a:r>
            <a:r>
              <a:rPr lang="en-AU" sz="900" b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 its text is enlarged.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Copy the one on the Cover slide 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if needed for other purposes.</a:t>
            </a:r>
          </a:p>
        </p:txBody>
      </p:sp>
    </p:spTree>
    <p:extLst>
      <p:ext uri="{BB962C8B-B14F-4D97-AF65-F5344CB8AC3E}">
        <p14:creationId xmlns:p14="http://schemas.microsoft.com/office/powerpoint/2010/main" val="1376431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with Side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24">
            <a:extLst>
              <a:ext uri="{FF2B5EF4-FFF2-40B4-BE49-F238E27FC236}">
                <a16:creationId xmlns:a16="http://schemas.microsoft.com/office/drawing/2014/main" id="{AEC65C88-925D-4414-D3E8-3198538E40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1175" y="1690688"/>
            <a:ext cx="9010254" cy="4681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D2987D4E-4029-B0FC-E67B-7E7A2ABE224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032000" y="0"/>
            <a:ext cx="2160000" cy="6858000"/>
          </a:xfrm>
          <a:prstGeom prst="rect">
            <a:avLst/>
          </a:prstGeo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/>
            </a:lvl1pPr>
          </a:lstStyle>
          <a:p>
            <a:r>
              <a:rPr lang="en-US"/>
              <a:t>Insert image</a:t>
            </a:r>
            <a:endParaRPr lang="en-AU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217957F-A61D-20CA-07B9-F24ECE4671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flipH="1">
            <a:off x="510570" y="1271511"/>
            <a:ext cx="9010859" cy="36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600" b="1">
                <a:latin typeface="+mn-lt"/>
              </a:defRPr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Subtitle</a:t>
            </a:r>
            <a:endParaRPr lang="en-AU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5D0FC6FB-2E0E-1554-E956-C42862D4E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572" y="508130"/>
            <a:ext cx="9010858" cy="4813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56CCE8-0C6C-488D-7B39-B19727C75E43}"/>
              </a:ext>
            </a:extLst>
          </p:cNvPr>
          <p:cNvSpPr txBox="1"/>
          <p:nvPr userDrawn="1"/>
        </p:nvSpPr>
        <p:spPr>
          <a:xfrm>
            <a:off x="0" y="-242770"/>
            <a:ext cx="81387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The used logo used in the top left is a special version for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presentations only</a:t>
            </a:r>
            <a:r>
              <a:rPr lang="en-AU" sz="900" b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 its text is enlarged.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Copy the one on the Cover slide 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if needed for other purposes.</a:t>
            </a:r>
          </a:p>
        </p:txBody>
      </p:sp>
    </p:spTree>
    <p:extLst>
      <p:ext uri="{BB962C8B-B14F-4D97-AF65-F5344CB8AC3E}">
        <p14:creationId xmlns:p14="http://schemas.microsoft.com/office/powerpoint/2010/main" val="23967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Hal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24">
            <a:extLst>
              <a:ext uri="{FF2B5EF4-FFF2-40B4-BE49-F238E27FC236}">
                <a16:creationId xmlns:a16="http://schemas.microsoft.com/office/drawing/2014/main" id="{9FEC6A05-C1BA-A314-F62C-47EBF6B556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1175" y="1690688"/>
            <a:ext cx="5283828" cy="4681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3CCECC1-12E0-15D6-B26B-D441ACB2F57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flipH="1">
            <a:off x="510570" y="1271511"/>
            <a:ext cx="5284438" cy="36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600" b="1">
                <a:latin typeface="+mn-lt"/>
              </a:defRPr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Subtitle</a:t>
            </a:r>
            <a:endParaRPr lang="en-AU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0517BCB1-A864-9CE3-1BFD-85DFEB7994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flipH="1">
            <a:off x="6396995" y="1271511"/>
            <a:ext cx="5284438" cy="36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600" b="1">
                <a:latin typeface="+mn-lt"/>
              </a:defRPr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Subtitle</a:t>
            </a:r>
            <a:endParaRPr lang="en-AU"/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5120404A-26AA-5DAB-921F-31BBC7754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570" y="508130"/>
            <a:ext cx="11170860" cy="4813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7721A51-176D-6FCF-41BD-BE1E923BE2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7605" y="1690688"/>
            <a:ext cx="5283828" cy="4681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8C7FCAED-D897-2569-0075-17DE3770F96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829800" y="107816"/>
            <a:ext cx="1851025" cy="306522"/>
          </a:xfrm>
        </p:spPr>
        <p:txBody>
          <a:bodyPr anchor="ctr">
            <a:noAutofit/>
          </a:bodyPr>
          <a:lstStyle>
            <a:lvl1pPr>
              <a:defRPr sz="1000" b="0"/>
            </a:lvl1pPr>
          </a:lstStyle>
          <a:p>
            <a:r>
              <a:rPr lang="en-AU"/>
              <a:t>Insert Client Logo - size balanced with our logo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4061A3-9034-2B91-D92C-A164A7D4D96E}"/>
              </a:ext>
            </a:extLst>
          </p:cNvPr>
          <p:cNvSpPr txBox="1"/>
          <p:nvPr userDrawn="1"/>
        </p:nvSpPr>
        <p:spPr>
          <a:xfrm>
            <a:off x="0" y="-242770"/>
            <a:ext cx="81387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The used logo used in the top left is a special version for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presentations only</a:t>
            </a:r>
            <a:r>
              <a:rPr lang="en-AU" sz="900" b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 its text is enlarged.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Copy the one on the Cover slide 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if needed for other purposes.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87654B1-7F4E-EB04-2DF3-E32F9612D9F8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755939"/>
            <a:ext cx="0" cy="455103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199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24">
            <a:extLst>
              <a:ext uri="{FF2B5EF4-FFF2-40B4-BE49-F238E27FC236}">
                <a16:creationId xmlns:a16="http://schemas.microsoft.com/office/drawing/2014/main" id="{9FEC6A05-C1BA-A314-F62C-47EBF6B556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1175" y="1690688"/>
            <a:ext cx="3359715" cy="4681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3CCECC1-12E0-15D6-B26B-D441ACB2F57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flipH="1">
            <a:off x="510570" y="1271511"/>
            <a:ext cx="3360103" cy="36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600" b="1">
                <a:latin typeface="+mn-lt"/>
              </a:defRPr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Subtitle</a:t>
            </a:r>
            <a:endParaRPr lang="en-AU"/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5120404A-26AA-5DAB-921F-31BBC7754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570" y="508130"/>
            <a:ext cx="11170860" cy="4813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6BAA7BA2-F1B4-61DF-C617-967E39F32B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16143" y="1690688"/>
            <a:ext cx="3359715" cy="4681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C082532C-5793-4A17-19DD-80941FA530E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 flipH="1">
            <a:off x="4415537" y="1271511"/>
            <a:ext cx="3360103" cy="36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600" b="1">
                <a:latin typeface="+mn-lt"/>
              </a:defRPr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Subtitle</a:t>
            </a:r>
            <a:endParaRPr lang="en-AU"/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188C3CA9-D8EB-E821-C3FF-542A3C3970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21110" y="1690688"/>
            <a:ext cx="3359715" cy="4681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14D86BF1-1437-DBBD-4887-2E8758E0781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flipH="1">
            <a:off x="8320505" y="1271511"/>
            <a:ext cx="3360103" cy="36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600" b="1">
                <a:latin typeface="+mn-lt"/>
              </a:defRPr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Subtitle</a:t>
            </a:r>
            <a:endParaRPr lang="en-AU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96CCCCD-1E70-5DB0-E54B-CD45A278708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829800" y="107816"/>
            <a:ext cx="1851025" cy="306522"/>
          </a:xfrm>
        </p:spPr>
        <p:txBody>
          <a:bodyPr anchor="ctr">
            <a:noAutofit/>
          </a:bodyPr>
          <a:lstStyle>
            <a:lvl1pPr>
              <a:defRPr sz="1000" b="0"/>
            </a:lvl1pPr>
          </a:lstStyle>
          <a:p>
            <a:r>
              <a:rPr lang="en-AU"/>
              <a:t>Insert Client Logo - size balanced with our logo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7167F4-95AE-D212-DE44-219D5AF28979}"/>
              </a:ext>
            </a:extLst>
          </p:cNvPr>
          <p:cNvSpPr txBox="1"/>
          <p:nvPr userDrawn="1"/>
        </p:nvSpPr>
        <p:spPr>
          <a:xfrm>
            <a:off x="0" y="-242770"/>
            <a:ext cx="81387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The used logo used in the top left is a special version for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presentations only</a:t>
            </a:r>
            <a:r>
              <a:rPr lang="en-AU" sz="900" b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 its text is enlarged.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Copy the one on the Cover slide 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if needed for other purposes.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AC2610-37BC-E719-EB3D-B0F110BF58C4}"/>
              </a:ext>
            </a:extLst>
          </p:cNvPr>
          <p:cNvCxnSpPr>
            <a:cxnSpLocks/>
          </p:cNvCxnSpPr>
          <p:nvPr userDrawn="1"/>
        </p:nvCxnSpPr>
        <p:spPr>
          <a:xfrm>
            <a:off x="8048484" y="1755939"/>
            <a:ext cx="0" cy="455103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7E254CF-E8D0-B0EF-BD67-9A92B7CB8E0B}"/>
              </a:ext>
            </a:extLst>
          </p:cNvPr>
          <p:cNvCxnSpPr>
            <a:cxnSpLocks/>
          </p:cNvCxnSpPr>
          <p:nvPr userDrawn="1"/>
        </p:nvCxnSpPr>
        <p:spPr>
          <a:xfrm>
            <a:off x="4143516" y="1755939"/>
            <a:ext cx="0" cy="455103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693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;4744;p264">
            <a:extLst>
              <a:ext uri="{FF2B5EF4-FFF2-40B4-BE49-F238E27FC236}">
                <a16:creationId xmlns:a16="http://schemas.microsoft.com/office/drawing/2014/main" id="{2A274A2E-E57D-A153-F5ED-F056DE39A524}"/>
              </a:ext>
            </a:extLst>
          </p:cNvPr>
          <p:cNvSpPr/>
          <p:nvPr userDrawn="1"/>
        </p:nvSpPr>
        <p:spPr>
          <a:xfrm>
            <a:off x="510570" y="1789715"/>
            <a:ext cx="3593830" cy="45688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+mn-lt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B1150D1F-B344-BFF5-DE54-0A1603C5911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1526" y="4255464"/>
            <a:ext cx="3312000" cy="19800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200">
                <a:latin typeface="+mn-lt"/>
              </a:defRPr>
            </a:lvl1pPr>
          </a:lstStyle>
          <a:p>
            <a:pPr lvl="0"/>
            <a:r>
              <a:rPr lang="en-US"/>
              <a:t>Enter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CE8BE9E-07F5-11DE-958B-733A3E36A6DB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1526" y="1925506"/>
            <a:ext cx="3312000" cy="185270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latin typeface="+mn-lt"/>
              </a:defRPr>
            </a:lvl1pPr>
          </a:lstStyle>
          <a:p>
            <a:pPr lvl="0"/>
            <a:r>
              <a:rPr lang="en-US"/>
              <a:t>Insert image, table, or media</a:t>
            </a:r>
          </a:p>
        </p:txBody>
      </p:sp>
      <p:sp>
        <p:nvSpPr>
          <p:cNvPr id="3" name="Shape;4745;p264">
            <a:extLst>
              <a:ext uri="{FF2B5EF4-FFF2-40B4-BE49-F238E27FC236}">
                <a16:creationId xmlns:a16="http://schemas.microsoft.com/office/drawing/2014/main" id="{75D69157-6763-4C96-7E9D-99AC84D6A5E2}"/>
              </a:ext>
            </a:extLst>
          </p:cNvPr>
          <p:cNvSpPr/>
          <p:nvPr userDrawn="1"/>
        </p:nvSpPr>
        <p:spPr>
          <a:xfrm>
            <a:off x="8088396" y="1799951"/>
            <a:ext cx="3593830" cy="45688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+mn-lt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" name="Shape;4747;p264">
            <a:extLst>
              <a:ext uri="{FF2B5EF4-FFF2-40B4-BE49-F238E27FC236}">
                <a16:creationId xmlns:a16="http://schemas.microsoft.com/office/drawing/2014/main" id="{543354B1-918F-2788-8EA9-908C33CDE603}"/>
              </a:ext>
            </a:extLst>
          </p:cNvPr>
          <p:cNvSpPr/>
          <p:nvPr userDrawn="1"/>
        </p:nvSpPr>
        <p:spPr>
          <a:xfrm>
            <a:off x="4299085" y="1799952"/>
            <a:ext cx="3593830" cy="45688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+mn-lt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3CCECC1-12E0-15D6-B26B-D441ACB2F57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flipH="1">
            <a:off x="651527" y="3836380"/>
            <a:ext cx="3312000" cy="36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b="1">
                <a:latin typeface="+mn-lt"/>
              </a:defRPr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Subtitle</a:t>
            </a:r>
            <a:endParaRPr lang="en-AU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E2C6CCA1-3EC2-9D60-0BD3-67C68EFFD5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40041" y="4255464"/>
            <a:ext cx="3312000" cy="19800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200">
                <a:latin typeface="+mn-lt"/>
              </a:defRPr>
            </a:lvl1pPr>
          </a:lstStyle>
          <a:p>
            <a:pPr lvl="0"/>
            <a:r>
              <a:rPr lang="en-US"/>
              <a:t>Enter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F66F875-0D7B-F059-4D2C-6B3BD55F2CA6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440041" y="1925506"/>
            <a:ext cx="3312000" cy="185270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latin typeface="+mn-lt"/>
              </a:defRPr>
            </a:lvl1pPr>
          </a:lstStyle>
          <a:p>
            <a:pPr lvl="0"/>
            <a:r>
              <a:rPr lang="en-US"/>
              <a:t>Insert image, table, or media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71A826C-62F7-CA02-1C29-38FA2E55813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 flipH="1">
            <a:off x="4440042" y="3836380"/>
            <a:ext cx="3312000" cy="36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b="1">
                <a:latin typeface="+mn-lt"/>
              </a:defRPr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Subtitle</a:t>
            </a:r>
            <a:endParaRPr lang="en-AU"/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DCB2D185-54E9-8A0F-131A-EABFB8D3C6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23016" y="4255464"/>
            <a:ext cx="3312000" cy="19800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200">
                <a:latin typeface="+mn-lt"/>
              </a:defRPr>
            </a:lvl1pPr>
          </a:lstStyle>
          <a:p>
            <a:pPr lvl="0"/>
            <a:r>
              <a:rPr lang="en-US"/>
              <a:t>Enter text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EF9BDA1-1745-91AD-0ED9-6EB17D6A1B49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8223016" y="1925506"/>
            <a:ext cx="3312000" cy="185270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latin typeface="+mn-lt"/>
              </a:defRPr>
            </a:lvl1pPr>
          </a:lstStyle>
          <a:p>
            <a:pPr lvl="0"/>
            <a:r>
              <a:rPr lang="en-US"/>
              <a:t>Insert image, table, or media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F9252152-22E5-121C-657C-848C32FFCE5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 flipH="1">
            <a:off x="8223016" y="3836380"/>
            <a:ext cx="3312000" cy="36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b="1">
                <a:latin typeface="+mn-lt"/>
              </a:defRPr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Subtitle</a:t>
            </a:r>
            <a:endParaRPr lang="en-AU"/>
          </a:p>
        </p:txBody>
      </p: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96FEB878-E297-C87F-FA08-04C225B59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571" y="508130"/>
            <a:ext cx="11170860" cy="4813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2D45646F-B98E-443F-C9E3-067C51E1BCE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 flipH="1">
            <a:off x="510570" y="1271511"/>
            <a:ext cx="11170860" cy="36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600" b="1">
                <a:latin typeface="+mn-lt"/>
              </a:defRPr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Subtitle</a:t>
            </a:r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39416F-145F-5055-9439-890393EB6741}"/>
              </a:ext>
            </a:extLst>
          </p:cNvPr>
          <p:cNvSpPr txBox="1"/>
          <p:nvPr userDrawn="1"/>
        </p:nvSpPr>
        <p:spPr>
          <a:xfrm>
            <a:off x="0" y="-242770"/>
            <a:ext cx="81387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The used logo used in the top left is a special version for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presentations only</a:t>
            </a:r>
            <a:r>
              <a:rPr lang="en-AU" sz="900" b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 its text is enlarged.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Copy the one on the Cover slide 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if needed for other purposes.</a:t>
            </a:r>
          </a:p>
        </p:txBody>
      </p:sp>
    </p:spTree>
    <p:extLst>
      <p:ext uri="{BB962C8B-B14F-4D97-AF65-F5344CB8AC3E}">
        <p14:creationId xmlns:p14="http://schemas.microsoft.com/office/powerpoint/2010/main" val="3563680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61B7DB3-4693-E49A-6186-C7DDB91B09F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174" y="1916635"/>
            <a:ext cx="11170255" cy="151550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ED909CCD-2C59-C545-0D07-76EF293561C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717264"/>
            <a:ext cx="3049200" cy="265525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6140944F-5561-68E5-FDA6-5DFBF7B04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571" y="508130"/>
            <a:ext cx="11170860" cy="4813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E59786FE-90ED-12B7-8D37-DB6B3F9852E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flipH="1">
            <a:off x="510571" y="1271511"/>
            <a:ext cx="11170859" cy="36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600"/>
              </a:spcBef>
              <a:buNone/>
              <a:defRPr sz="1600" b="1">
                <a:latin typeface="+mn-lt"/>
              </a:defRPr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Subtitle</a:t>
            </a:r>
            <a:endParaRPr lang="en-AU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60B6540F-1A3D-FC6F-3646-D8FA6DD4E3A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047600" y="3717264"/>
            <a:ext cx="3049200" cy="265525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499BD723-9C5A-0692-BCB0-031A3478ABA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095200" y="3717264"/>
            <a:ext cx="3049200" cy="265525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E1747C45-4E63-CB5D-D0A9-FACD564EDD6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142800" y="3717264"/>
            <a:ext cx="3049200" cy="265525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15C3042-CE8C-BEF5-F7A3-D4F258DDAE1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829800" y="107816"/>
            <a:ext cx="1851025" cy="306522"/>
          </a:xfrm>
        </p:spPr>
        <p:txBody>
          <a:bodyPr anchor="ctr">
            <a:noAutofit/>
          </a:bodyPr>
          <a:lstStyle>
            <a:lvl1pPr>
              <a:defRPr sz="1000" b="0"/>
            </a:lvl1pPr>
          </a:lstStyle>
          <a:p>
            <a:r>
              <a:rPr lang="en-AU"/>
              <a:t>Insert Client Logo - size balanced with our logo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02BAC0-98A0-21E1-75B9-6108A8FB02C3}"/>
              </a:ext>
            </a:extLst>
          </p:cNvPr>
          <p:cNvSpPr txBox="1"/>
          <p:nvPr userDrawn="1"/>
        </p:nvSpPr>
        <p:spPr>
          <a:xfrm>
            <a:off x="0" y="-242770"/>
            <a:ext cx="81387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The used logo used in the top left is a special version for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presentations only</a:t>
            </a:r>
            <a:r>
              <a:rPr lang="en-AU" sz="900" b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 its text is enlarged.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Copy the one on the Cover slide 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if needed for other purposes.</a:t>
            </a:r>
          </a:p>
        </p:txBody>
      </p:sp>
    </p:spTree>
    <p:extLst>
      <p:ext uri="{BB962C8B-B14F-4D97-AF65-F5344CB8AC3E}">
        <p14:creationId xmlns:p14="http://schemas.microsoft.com/office/powerpoint/2010/main" val="2175783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tat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;4744;p264">
            <a:extLst>
              <a:ext uri="{FF2B5EF4-FFF2-40B4-BE49-F238E27FC236}">
                <a16:creationId xmlns:a16="http://schemas.microsoft.com/office/drawing/2014/main" id="{2A274A2E-E57D-A153-F5ED-F056DE39A524}"/>
              </a:ext>
            </a:extLst>
          </p:cNvPr>
          <p:cNvSpPr/>
          <p:nvPr userDrawn="1"/>
        </p:nvSpPr>
        <p:spPr>
          <a:xfrm>
            <a:off x="510872" y="3265714"/>
            <a:ext cx="2700000" cy="3092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+mn-lt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96FEB878-E297-C87F-FA08-04C225B59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571" y="508130"/>
            <a:ext cx="11170860" cy="4813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2D45646F-B98E-443F-C9E3-067C51E1BCE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 flipH="1">
            <a:off x="510570" y="1271511"/>
            <a:ext cx="11170860" cy="36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b="1">
                <a:latin typeface="+mn-lt"/>
              </a:defRPr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Subtitle</a:t>
            </a:r>
            <a:endParaRPr lang="en-AU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3081EAA-F695-9790-469A-9ED5947780B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2600" y="3401007"/>
            <a:ext cx="2556544" cy="569167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600"/>
              </a:spcBef>
              <a:defRPr sz="3600" b="1">
                <a:latin typeface="+mn-lt"/>
              </a:defRPr>
            </a:lvl1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9CC6111-8155-3589-E18F-075F310F0F5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82600" y="3977797"/>
            <a:ext cx="2556544" cy="407999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600"/>
              </a:spcBef>
              <a:defRPr sz="1800" b="1">
                <a:latin typeface="+mn-lt"/>
              </a:defRPr>
            </a:lvl1pPr>
          </a:lstStyle>
          <a:p>
            <a:pPr lvl="0"/>
            <a:r>
              <a:rPr lang="en-US"/>
              <a:t>Key result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715564D-D579-11C8-0F16-1A49C711440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82600" y="4393419"/>
            <a:ext cx="2556544" cy="1839429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600"/>
              </a:spcBef>
              <a:defRPr sz="1100" b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Description  (if req.)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D9E3014F-06C4-29DB-07E8-36F91456D19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174" y="1690689"/>
            <a:ext cx="11170255" cy="1449334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Shape;4744;p264">
            <a:extLst>
              <a:ext uri="{FF2B5EF4-FFF2-40B4-BE49-F238E27FC236}">
                <a16:creationId xmlns:a16="http://schemas.microsoft.com/office/drawing/2014/main" id="{F0530153-C6D1-09BA-797C-99DEA7ED9F66}"/>
              </a:ext>
            </a:extLst>
          </p:cNvPr>
          <p:cNvSpPr/>
          <p:nvPr userDrawn="1"/>
        </p:nvSpPr>
        <p:spPr>
          <a:xfrm>
            <a:off x="3334290" y="3265714"/>
            <a:ext cx="2700000" cy="3092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+mn-lt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535C4E87-44CF-3A83-8F89-E5F646F3D6EF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3406018" y="3401007"/>
            <a:ext cx="2556544" cy="569167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600"/>
              </a:spcBef>
              <a:defRPr sz="3600" b="1">
                <a:latin typeface="+mn-lt"/>
              </a:defRPr>
            </a:lvl1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D57B7E2B-AF26-42C8-2C3C-9085208766BA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3406018" y="3977797"/>
            <a:ext cx="2556544" cy="407999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600"/>
              </a:spcBef>
              <a:defRPr sz="1800" b="1">
                <a:latin typeface="+mn-lt"/>
              </a:defRPr>
            </a:lvl1pPr>
          </a:lstStyle>
          <a:p>
            <a:pPr lvl="0"/>
            <a:r>
              <a:rPr lang="en-US"/>
              <a:t>Key result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C7439A28-DC88-5AAB-763E-C6C8D1F800CD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3406018" y="4393419"/>
            <a:ext cx="2556544" cy="1839429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600"/>
              </a:spcBef>
              <a:defRPr sz="1100" b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Description  (if req.)</a:t>
            </a:r>
          </a:p>
        </p:txBody>
      </p:sp>
      <p:sp>
        <p:nvSpPr>
          <p:cNvPr id="34" name="Shape;4744;p264">
            <a:extLst>
              <a:ext uri="{FF2B5EF4-FFF2-40B4-BE49-F238E27FC236}">
                <a16:creationId xmlns:a16="http://schemas.microsoft.com/office/drawing/2014/main" id="{C03C8E36-202B-2392-A905-4EE83EFC5F0C}"/>
              </a:ext>
            </a:extLst>
          </p:cNvPr>
          <p:cNvSpPr/>
          <p:nvPr userDrawn="1"/>
        </p:nvSpPr>
        <p:spPr>
          <a:xfrm>
            <a:off x="6157708" y="3265714"/>
            <a:ext cx="2700000" cy="3092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+mn-lt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86AD6E9F-3B00-5D00-163D-154064343C1C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6229436" y="3401007"/>
            <a:ext cx="2556544" cy="569167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600"/>
              </a:spcBef>
              <a:defRPr sz="3600" b="1">
                <a:latin typeface="+mn-lt"/>
              </a:defRPr>
            </a:lvl1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C1337432-1410-F23E-FDD8-2911B80A0833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6229436" y="3977797"/>
            <a:ext cx="2556544" cy="407999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600"/>
              </a:spcBef>
              <a:defRPr sz="1800" b="1">
                <a:latin typeface="+mn-lt"/>
              </a:defRPr>
            </a:lvl1pPr>
          </a:lstStyle>
          <a:p>
            <a:pPr lvl="0"/>
            <a:r>
              <a:rPr lang="en-US"/>
              <a:t>Key result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74ED9EED-959D-B4CB-909B-F59B1E3709A6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6229436" y="4393419"/>
            <a:ext cx="2556544" cy="1839429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600"/>
              </a:spcBef>
              <a:defRPr sz="1100" b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Description  (if req.)</a:t>
            </a:r>
          </a:p>
        </p:txBody>
      </p:sp>
      <p:sp>
        <p:nvSpPr>
          <p:cNvPr id="38" name="Shape;4744;p264">
            <a:extLst>
              <a:ext uri="{FF2B5EF4-FFF2-40B4-BE49-F238E27FC236}">
                <a16:creationId xmlns:a16="http://schemas.microsoft.com/office/drawing/2014/main" id="{1D43B940-F623-24B2-99E3-22E2432E299F}"/>
              </a:ext>
            </a:extLst>
          </p:cNvPr>
          <p:cNvSpPr/>
          <p:nvPr userDrawn="1"/>
        </p:nvSpPr>
        <p:spPr>
          <a:xfrm>
            <a:off x="8981127" y="3265714"/>
            <a:ext cx="2700000" cy="3092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+mn-lt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56DCAD3F-A54E-2E52-D301-C43AA85CBFC2}"/>
              </a:ext>
            </a:extLst>
          </p:cNvPr>
          <p:cNvSpPr>
            <a:spLocks noGrp="1"/>
          </p:cNvSpPr>
          <p:nvPr>
            <p:ph idx="32" hasCustomPrompt="1"/>
          </p:nvPr>
        </p:nvSpPr>
        <p:spPr>
          <a:xfrm>
            <a:off x="9052855" y="3401007"/>
            <a:ext cx="2556544" cy="569167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600"/>
              </a:spcBef>
              <a:defRPr sz="3600" b="1">
                <a:latin typeface="+mn-lt"/>
              </a:defRPr>
            </a:lvl1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ECB7ADEC-A3C7-C07B-4958-F936CECF6673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9052855" y="3977797"/>
            <a:ext cx="2556544" cy="407999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600"/>
              </a:spcBef>
              <a:defRPr sz="1800" b="1">
                <a:latin typeface="+mn-lt"/>
              </a:defRPr>
            </a:lvl1pPr>
          </a:lstStyle>
          <a:p>
            <a:pPr lvl="0"/>
            <a:r>
              <a:rPr lang="en-US"/>
              <a:t>Key result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D1AEBDB8-7401-A273-9450-5422F21CA5C5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9052855" y="4393419"/>
            <a:ext cx="2556544" cy="1839429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600"/>
              </a:spcBef>
              <a:defRPr sz="1100" b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Description  (if req.)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C17EC07-93C0-FD56-50DD-462C2C67338E}"/>
              </a:ext>
            </a:extLst>
          </p:cNvPr>
          <p:cNvCxnSpPr>
            <a:cxnSpLocks/>
          </p:cNvCxnSpPr>
          <p:nvPr userDrawn="1"/>
        </p:nvCxnSpPr>
        <p:spPr>
          <a:xfrm flipH="1">
            <a:off x="510570" y="3265714"/>
            <a:ext cx="2700604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FC1813B-12C9-E19B-4805-1ABB157CBD17}"/>
              </a:ext>
            </a:extLst>
          </p:cNvPr>
          <p:cNvCxnSpPr>
            <a:cxnSpLocks/>
          </p:cNvCxnSpPr>
          <p:nvPr userDrawn="1"/>
        </p:nvCxnSpPr>
        <p:spPr>
          <a:xfrm flipH="1">
            <a:off x="3333988" y="3265714"/>
            <a:ext cx="2700604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0C05AF1-930D-E991-AE01-69C1675CE9A1}"/>
              </a:ext>
            </a:extLst>
          </p:cNvPr>
          <p:cNvCxnSpPr>
            <a:cxnSpLocks/>
          </p:cNvCxnSpPr>
          <p:nvPr userDrawn="1"/>
        </p:nvCxnSpPr>
        <p:spPr>
          <a:xfrm flipH="1">
            <a:off x="6157406" y="3265714"/>
            <a:ext cx="2700604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1B69590-AD94-D5E7-0AB9-94D6CDA4FBAD}"/>
              </a:ext>
            </a:extLst>
          </p:cNvPr>
          <p:cNvCxnSpPr>
            <a:cxnSpLocks/>
          </p:cNvCxnSpPr>
          <p:nvPr userDrawn="1"/>
        </p:nvCxnSpPr>
        <p:spPr>
          <a:xfrm flipH="1">
            <a:off x="8980825" y="3265714"/>
            <a:ext cx="2700604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A45799-2C71-7309-BB15-AC5DAAB853D9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9829800" y="107816"/>
            <a:ext cx="1851025" cy="306522"/>
          </a:xfrm>
        </p:spPr>
        <p:txBody>
          <a:bodyPr anchor="ctr">
            <a:noAutofit/>
          </a:bodyPr>
          <a:lstStyle>
            <a:lvl1pPr>
              <a:defRPr sz="1000" b="0"/>
            </a:lvl1pPr>
          </a:lstStyle>
          <a:p>
            <a:r>
              <a:rPr lang="en-AU"/>
              <a:t>Insert Client Logo - size balanced with our logo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E826E2-DF6F-225A-ED3A-C6FD6B0FF8AA}"/>
              </a:ext>
            </a:extLst>
          </p:cNvPr>
          <p:cNvSpPr txBox="1"/>
          <p:nvPr userDrawn="1"/>
        </p:nvSpPr>
        <p:spPr>
          <a:xfrm>
            <a:off x="0" y="-242770"/>
            <a:ext cx="81387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The used logo used in the top left is a special version for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presentations only</a:t>
            </a:r>
            <a:r>
              <a:rPr lang="en-AU" sz="900" b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 its text is enlarged.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Copy the one on the Cover slide 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if needed for other purposes.</a:t>
            </a:r>
          </a:p>
        </p:txBody>
      </p:sp>
    </p:spTree>
    <p:extLst>
      <p:ext uri="{BB962C8B-B14F-4D97-AF65-F5344CB8AC3E}">
        <p14:creationId xmlns:p14="http://schemas.microsoft.com/office/powerpoint/2010/main" val="3061547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tat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A57301B-ED14-4774-809C-7A788CB668DB}"/>
              </a:ext>
            </a:extLst>
          </p:cNvPr>
          <p:cNvSpPr/>
          <p:nvPr userDrawn="1"/>
        </p:nvSpPr>
        <p:spPr>
          <a:xfrm>
            <a:off x="5794310" y="1271511"/>
            <a:ext cx="2770197" cy="2376000"/>
          </a:xfrm>
          <a:prstGeom prst="roundRect">
            <a:avLst>
              <a:gd name="adj" fmla="val 2785"/>
            </a:avLst>
          </a:prstGeom>
          <a:solidFill>
            <a:srgbClr val="FAFAFA"/>
          </a:solidFill>
          <a:ln>
            <a:noFill/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endParaRPr lang="en-AU">
              <a:latin typeface="+mn-lt"/>
            </a:endParaRP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26EE9E1B-A850-B317-8A42-28BAD38C0BA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61002" y="2769793"/>
            <a:ext cx="2436812" cy="4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1100" b="0">
                <a:latin typeface="+mn-lt"/>
              </a:defRPr>
            </a:lvl1pPr>
            <a:lvl2pPr marL="276225" indent="0">
              <a:buNone/>
              <a:defRPr/>
            </a:lvl2pPr>
          </a:lstStyle>
          <a:p>
            <a:pPr lvl="0"/>
            <a:r>
              <a:rPr lang="en-US"/>
              <a:t>Description (if req.)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21DF0956-619B-BFFB-0806-D05BBD65ABB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61002" y="2353949"/>
            <a:ext cx="2436812" cy="4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1800" b="1">
                <a:latin typeface="+mn-lt"/>
              </a:defRPr>
            </a:lvl1pPr>
            <a:lvl2pPr marL="276225" indent="0">
              <a:buNone/>
              <a:defRPr/>
            </a:lvl2pPr>
          </a:lstStyle>
          <a:p>
            <a:pPr lvl="0"/>
            <a:r>
              <a:rPr lang="en-US"/>
              <a:t>Key result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E04D146-6064-339D-E06B-DDF0B703876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61002" y="1778000"/>
            <a:ext cx="2436812" cy="568325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3600" b="1">
                <a:latin typeface="+mn-lt"/>
              </a:defRPr>
            </a:lvl1pPr>
            <a:lvl2pPr marL="276225" indent="0">
              <a:buNone/>
              <a:defRPr/>
            </a:lvl2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99BA284F-4D26-9795-0A19-5E68ADA64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571" y="508130"/>
            <a:ext cx="11170255" cy="4813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D2987D4E-4029-B0FC-E67B-7E7A2ABE224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10571" y="1271511"/>
            <a:ext cx="5101200" cy="5101008"/>
          </a:xfrm>
          <a:prstGeom prst="rect">
            <a:avLst/>
          </a:prstGeo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1000">
                <a:latin typeface="+mn-lt"/>
              </a:defRPr>
            </a:lvl1pPr>
          </a:lstStyle>
          <a:p>
            <a:r>
              <a:rPr lang="en-US"/>
              <a:t>Insert image</a:t>
            </a:r>
            <a:endParaRPr lang="en-AU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18E62C6-EB06-FB12-80C4-DAE6E424090D}"/>
              </a:ext>
            </a:extLst>
          </p:cNvPr>
          <p:cNvSpPr/>
          <p:nvPr userDrawn="1"/>
        </p:nvSpPr>
        <p:spPr>
          <a:xfrm>
            <a:off x="5794310" y="3996519"/>
            <a:ext cx="2770197" cy="2376000"/>
          </a:xfrm>
          <a:prstGeom prst="roundRect">
            <a:avLst>
              <a:gd name="adj" fmla="val 278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endParaRPr lang="en-AU">
              <a:latin typeface="+mn-lt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5883286-5E0D-F208-8D89-B1E78DC0A7AA}"/>
              </a:ext>
            </a:extLst>
          </p:cNvPr>
          <p:cNvSpPr/>
          <p:nvPr userDrawn="1"/>
        </p:nvSpPr>
        <p:spPr>
          <a:xfrm>
            <a:off x="8910629" y="1271511"/>
            <a:ext cx="2770197" cy="2376000"/>
          </a:xfrm>
          <a:prstGeom prst="roundRect">
            <a:avLst>
              <a:gd name="adj" fmla="val 278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endParaRPr lang="en-AU">
              <a:latin typeface="+mn-lt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595B608-C87D-E370-DB32-68C9C83E2BA3}"/>
              </a:ext>
            </a:extLst>
          </p:cNvPr>
          <p:cNvSpPr/>
          <p:nvPr userDrawn="1"/>
        </p:nvSpPr>
        <p:spPr>
          <a:xfrm>
            <a:off x="8910629" y="3996519"/>
            <a:ext cx="2770197" cy="2376000"/>
          </a:xfrm>
          <a:prstGeom prst="roundRect">
            <a:avLst>
              <a:gd name="adj" fmla="val 2785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endParaRPr lang="en-AU">
              <a:latin typeface="+mn-lt"/>
            </a:endParaRP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2CFD08AC-DCCE-0364-939A-BB43B83F705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77689" y="2769793"/>
            <a:ext cx="2436812" cy="4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1100" b="0">
                <a:latin typeface="+mn-lt"/>
              </a:defRPr>
            </a:lvl1pPr>
            <a:lvl2pPr marL="276225" indent="0">
              <a:buNone/>
              <a:defRPr/>
            </a:lvl2pPr>
          </a:lstStyle>
          <a:p>
            <a:pPr lvl="0"/>
            <a:r>
              <a:rPr lang="en-US"/>
              <a:t>Description (if req.)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561461A8-1675-74AC-DAF2-62A333A5ACE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77689" y="2353949"/>
            <a:ext cx="2436812" cy="4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1800" b="1">
                <a:latin typeface="+mn-lt"/>
              </a:defRPr>
            </a:lvl1pPr>
            <a:lvl2pPr marL="276225" indent="0">
              <a:buNone/>
              <a:defRPr/>
            </a:lvl2pPr>
          </a:lstStyle>
          <a:p>
            <a:pPr lvl="0"/>
            <a:r>
              <a:rPr lang="en-US"/>
              <a:t>Key result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F9BB8C3C-0663-3B04-6B96-90B8E6920C7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077689" y="1778000"/>
            <a:ext cx="2436812" cy="568325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3600" b="1">
                <a:latin typeface="+mn-lt"/>
              </a:defRPr>
            </a:lvl1pPr>
            <a:lvl2pPr marL="276225" indent="0">
              <a:buNone/>
              <a:defRPr/>
            </a:lvl2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EDEE77EA-B38C-20E6-A92D-F19709188A5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61002" y="5493714"/>
            <a:ext cx="2436812" cy="4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1100" b="0">
                <a:solidFill>
                  <a:schemeClr val="tx1"/>
                </a:solidFill>
                <a:latin typeface="+mn-lt"/>
              </a:defRPr>
            </a:lvl1pPr>
            <a:lvl2pPr marL="276225" indent="0">
              <a:buNone/>
              <a:defRPr/>
            </a:lvl2pPr>
          </a:lstStyle>
          <a:p>
            <a:pPr lvl="0"/>
            <a:r>
              <a:rPr lang="en-US"/>
              <a:t>Description (if req.)</a:t>
            </a:r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CFCF8A1E-3E1C-D524-17A2-9F6BB7782A6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961002" y="5077870"/>
            <a:ext cx="2436812" cy="4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1800" b="1">
                <a:solidFill>
                  <a:schemeClr val="tx1"/>
                </a:solidFill>
                <a:latin typeface="+mn-lt"/>
              </a:defRPr>
            </a:lvl1pPr>
            <a:lvl2pPr marL="276225" indent="0">
              <a:buNone/>
              <a:defRPr/>
            </a:lvl2pPr>
          </a:lstStyle>
          <a:p>
            <a:pPr lvl="0"/>
            <a:r>
              <a:rPr lang="en-US"/>
              <a:t>Key result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AF3F0CDF-9467-7C2C-2975-212F01A95C2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961002" y="4501921"/>
            <a:ext cx="2436812" cy="568325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3600" b="1">
                <a:solidFill>
                  <a:schemeClr val="tx1"/>
                </a:solidFill>
                <a:latin typeface="+mn-lt"/>
              </a:defRPr>
            </a:lvl1pPr>
            <a:lvl2pPr marL="276225" indent="0">
              <a:buNone/>
              <a:defRPr/>
            </a:lvl2pPr>
          </a:lstStyle>
          <a:p>
            <a:pPr lvl="0"/>
            <a:r>
              <a:rPr lang="en-US"/>
              <a:t>$XX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B1129FC9-A6C7-B869-C49B-C294236F9FD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77689" y="5493714"/>
            <a:ext cx="2436812" cy="4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1100" b="0">
                <a:solidFill>
                  <a:schemeClr val="bg1"/>
                </a:solidFill>
                <a:latin typeface="+mn-lt"/>
              </a:defRPr>
            </a:lvl1pPr>
            <a:lvl2pPr marL="276225" indent="0">
              <a:buNone/>
              <a:defRPr/>
            </a:lvl2pPr>
          </a:lstStyle>
          <a:p>
            <a:pPr lvl="0"/>
            <a:r>
              <a:rPr lang="en-US"/>
              <a:t>Description (if req.)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477E65C5-A326-CDDC-7E3B-ED933991F1F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077689" y="5077870"/>
            <a:ext cx="2436812" cy="4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1800" b="1">
                <a:solidFill>
                  <a:schemeClr val="bg1"/>
                </a:solidFill>
                <a:latin typeface="+mn-lt"/>
              </a:defRPr>
            </a:lvl1pPr>
            <a:lvl2pPr marL="276225" indent="0">
              <a:buNone/>
              <a:defRPr/>
            </a:lvl2pPr>
          </a:lstStyle>
          <a:p>
            <a:pPr lvl="0"/>
            <a:r>
              <a:rPr lang="en-US"/>
              <a:t>Key result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9B791405-8A78-B211-C947-917F63C9C48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77689" y="4501921"/>
            <a:ext cx="2436812" cy="568325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3600" b="1">
                <a:solidFill>
                  <a:schemeClr val="bg1"/>
                </a:solidFill>
                <a:latin typeface="+mn-lt"/>
              </a:defRPr>
            </a:lvl1pPr>
            <a:lvl2pPr marL="276225" indent="0">
              <a:buNone/>
              <a:defRPr/>
            </a:lvl2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A0D6095-B4AA-CF83-B147-5F502A9CF16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829800" y="107816"/>
            <a:ext cx="1851025" cy="306522"/>
          </a:xfrm>
        </p:spPr>
        <p:txBody>
          <a:bodyPr anchor="ctr">
            <a:noAutofit/>
          </a:bodyPr>
          <a:lstStyle>
            <a:lvl1pPr>
              <a:defRPr sz="1000" b="0"/>
            </a:lvl1pPr>
          </a:lstStyle>
          <a:p>
            <a:r>
              <a:rPr lang="en-AU"/>
              <a:t>Insert Client Logo - size balanced with our logo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7B6A96-9938-75EB-5048-71275B5CC546}"/>
              </a:ext>
            </a:extLst>
          </p:cNvPr>
          <p:cNvSpPr txBox="1"/>
          <p:nvPr userDrawn="1"/>
        </p:nvSpPr>
        <p:spPr>
          <a:xfrm>
            <a:off x="0" y="-242770"/>
            <a:ext cx="81387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The used logo used in the top left is a special version for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presentations only</a:t>
            </a:r>
            <a:r>
              <a:rPr lang="en-AU" sz="900" b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 its text is enlarged.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Copy the one on the Cover slide 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if needed for other purposes.</a:t>
            </a:r>
          </a:p>
        </p:txBody>
      </p:sp>
    </p:spTree>
    <p:extLst>
      <p:ext uri="{BB962C8B-B14F-4D97-AF65-F5344CB8AC3E}">
        <p14:creationId xmlns:p14="http://schemas.microsoft.com/office/powerpoint/2010/main" val="3897860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El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61B7DB3-4693-E49A-6186-C7DDB91B09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26863" y="2343487"/>
            <a:ext cx="4135469" cy="121181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/>
              <a:t>Click to edit description</a:t>
            </a:r>
          </a:p>
        </p:txBody>
      </p: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6140944F-5561-68E5-FDA6-5DFBF7B04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571" y="508130"/>
            <a:ext cx="11170860" cy="4813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E59786FE-90ED-12B7-8D37-DB6B3F9852E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flipH="1">
            <a:off x="510571" y="1271511"/>
            <a:ext cx="11170859" cy="36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600"/>
              </a:spcBef>
              <a:buNone/>
              <a:defRPr sz="1600" b="1">
                <a:latin typeface="+mn-lt"/>
              </a:defRPr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Subtitle</a:t>
            </a:r>
            <a:endParaRPr lang="en-AU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D4309881-8396-92E2-4508-FB8DD1140A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26863" y="1951533"/>
            <a:ext cx="4135469" cy="391954"/>
          </a:xfrm>
        </p:spPr>
        <p:txBody>
          <a:bodyPr>
            <a:normAutofit/>
          </a:bodyPr>
          <a:lstStyle>
            <a:lvl1pPr>
              <a:defRPr sz="1600" b="1">
                <a:latin typeface="+mn-lt"/>
              </a:defRPr>
            </a:lvl1pPr>
          </a:lstStyle>
          <a:p>
            <a:pPr lvl="0"/>
            <a:r>
              <a:rPr lang="en-US"/>
              <a:t>Element title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A0E8CA6-1AC9-A7A6-7FBE-0032937441B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342579" y="2343487"/>
            <a:ext cx="4135469" cy="121181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/>
              <a:t>Click to edit description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39DBD8C-32EE-8738-2A90-699B928579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42579" y="1951533"/>
            <a:ext cx="4135469" cy="391954"/>
          </a:xfrm>
        </p:spPr>
        <p:txBody>
          <a:bodyPr>
            <a:normAutofit/>
          </a:bodyPr>
          <a:lstStyle>
            <a:lvl1pPr>
              <a:defRPr sz="1600" b="1">
                <a:latin typeface="+mn-lt"/>
              </a:defRPr>
            </a:lvl1pPr>
          </a:lstStyle>
          <a:p>
            <a:pPr lvl="0"/>
            <a:r>
              <a:rPr lang="en-US"/>
              <a:t>Element title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87AD8EC-A1E8-22B6-01BC-DFB67A8DDA66}"/>
              </a:ext>
            </a:extLst>
          </p:cNvPr>
          <p:cNvCxnSpPr>
            <a:cxnSpLocks/>
          </p:cNvCxnSpPr>
          <p:nvPr userDrawn="1"/>
        </p:nvCxnSpPr>
        <p:spPr>
          <a:xfrm flipH="1">
            <a:off x="577569" y="4009112"/>
            <a:ext cx="1103686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7478482-631B-F026-1745-9AA954F4A2B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20000" y="1951533"/>
            <a:ext cx="639695" cy="640800"/>
          </a:xfrm>
        </p:spPr>
        <p:txBody>
          <a:bodyPr>
            <a:normAutofit/>
          </a:bodyPr>
          <a:lstStyle>
            <a:lvl1pPr>
              <a:defRPr sz="1200">
                <a:latin typeface="+mn-lt"/>
              </a:defRPr>
            </a:lvl1pPr>
          </a:lstStyle>
          <a:p>
            <a:r>
              <a:rPr lang="en-US"/>
              <a:t>Logo or icon</a:t>
            </a:r>
            <a:endParaRPr lang="en-AU"/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050587A9-5E95-9AF1-A212-2B063441CAF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612186" y="1951533"/>
            <a:ext cx="639695" cy="640800"/>
          </a:xfrm>
        </p:spPr>
        <p:txBody>
          <a:bodyPr>
            <a:normAutofit/>
          </a:bodyPr>
          <a:lstStyle>
            <a:lvl1pPr>
              <a:defRPr sz="1200">
                <a:latin typeface="+mn-lt"/>
              </a:defRPr>
            </a:lvl1pPr>
          </a:lstStyle>
          <a:p>
            <a:r>
              <a:rPr lang="en-US"/>
              <a:t>Logo or icon</a:t>
            </a:r>
            <a:endParaRPr lang="en-AU"/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BA4516E1-981C-1BE3-5C95-0EAC779810F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26863" y="4854881"/>
            <a:ext cx="4135469" cy="121181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/>
              <a:t>Click to edit description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BA8427AE-44FF-04B2-AD1F-BA95483019A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26863" y="4462927"/>
            <a:ext cx="4135469" cy="391954"/>
          </a:xfrm>
        </p:spPr>
        <p:txBody>
          <a:bodyPr>
            <a:normAutofit/>
          </a:bodyPr>
          <a:lstStyle>
            <a:lvl1pPr>
              <a:defRPr sz="1600" b="1">
                <a:latin typeface="+mn-lt"/>
              </a:defRPr>
            </a:lvl1pPr>
          </a:lstStyle>
          <a:p>
            <a:pPr lvl="0"/>
            <a:r>
              <a:rPr lang="en-US"/>
              <a:t>Element title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1A9C96C6-F7FA-32C9-3EF9-A787456F266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342579" y="4854881"/>
            <a:ext cx="4135469" cy="121181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/>
              <a:t>Click to edit description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89A91296-49AC-05B5-F47E-B7E99702B51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42579" y="4462927"/>
            <a:ext cx="4135469" cy="391954"/>
          </a:xfrm>
        </p:spPr>
        <p:txBody>
          <a:bodyPr>
            <a:normAutofit/>
          </a:bodyPr>
          <a:lstStyle>
            <a:lvl1pPr>
              <a:defRPr sz="1600" b="1">
                <a:latin typeface="+mn-lt"/>
              </a:defRPr>
            </a:lvl1pPr>
          </a:lstStyle>
          <a:p>
            <a:pPr lvl="0"/>
            <a:r>
              <a:rPr lang="en-US"/>
              <a:t>Element title</a:t>
            </a:r>
          </a:p>
        </p:txBody>
      </p:sp>
      <p:sp>
        <p:nvSpPr>
          <p:cNvPr id="29" name="Picture Placeholder 18">
            <a:extLst>
              <a:ext uri="{FF2B5EF4-FFF2-40B4-BE49-F238E27FC236}">
                <a16:creationId xmlns:a16="http://schemas.microsoft.com/office/drawing/2014/main" id="{76130706-B9B0-E5E1-EDC3-F043902D51F6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20000" y="4462927"/>
            <a:ext cx="639695" cy="640800"/>
          </a:xfrm>
        </p:spPr>
        <p:txBody>
          <a:bodyPr>
            <a:normAutofit/>
          </a:bodyPr>
          <a:lstStyle>
            <a:lvl1pPr>
              <a:defRPr sz="1200">
                <a:latin typeface="+mn-lt"/>
              </a:defRPr>
            </a:lvl1pPr>
          </a:lstStyle>
          <a:p>
            <a:r>
              <a:rPr lang="en-US"/>
              <a:t>Logo or icon</a:t>
            </a:r>
            <a:endParaRPr lang="en-AU"/>
          </a:p>
        </p:txBody>
      </p:sp>
      <p:sp>
        <p:nvSpPr>
          <p:cNvPr id="30" name="Picture Placeholder 18">
            <a:extLst>
              <a:ext uri="{FF2B5EF4-FFF2-40B4-BE49-F238E27FC236}">
                <a16:creationId xmlns:a16="http://schemas.microsoft.com/office/drawing/2014/main" id="{9AA22EC1-4727-AF86-11E2-FCC8019ED340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612186" y="4462927"/>
            <a:ext cx="639695" cy="640800"/>
          </a:xfrm>
        </p:spPr>
        <p:txBody>
          <a:bodyPr>
            <a:normAutofit/>
          </a:bodyPr>
          <a:lstStyle>
            <a:lvl1pPr>
              <a:defRPr sz="1200">
                <a:latin typeface="+mn-lt"/>
              </a:defRPr>
            </a:lvl1pPr>
          </a:lstStyle>
          <a:p>
            <a:r>
              <a:rPr lang="en-US"/>
              <a:t>Logo or icon</a:t>
            </a:r>
            <a:endParaRPr lang="en-AU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A7182370-DC7E-83BB-3A9B-E16969BFB22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829800" y="107816"/>
            <a:ext cx="1851025" cy="306522"/>
          </a:xfrm>
        </p:spPr>
        <p:txBody>
          <a:bodyPr anchor="ctr">
            <a:noAutofit/>
          </a:bodyPr>
          <a:lstStyle>
            <a:lvl1pPr>
              <a:defRPr sz="1000" b="0"/>
            </a:lvl1pPr>
          </a:lstStyle>
          <a:p>
            <a:r>
              <a:rPr lang="en-AU"/>
              <a:t>Insert Client Logo - size balanced with our logo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33C704-A1B8-E740-2C84-FA649C2C9BE3}"/>
              </a:ext>
            </a:extLst>
          </p:cNvPr>
          <p:cNvSpPr txBox="1"/>
          <p:nvPr userDrawn="1"/>
        </p:nvSpPr>
        <p:spPr>
          <a:xfrm>
            <a:off x="0" y="-242770"/>
            <a:ext cx="81387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The used logo used in the top left is a special version for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presentations only</a:t>
            </a:r>
            <a:r>
              <a:rPr lang="en-AU" sz="900" b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 its text is enlarged.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Copy the one on the Cover slide 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if needed for other purposes.</a:t>
            </a:r>
          </a:p>
        </p:txBody>
      </p:sp>
    </p:spTree>
    <p:extLst>
      <p:ext uri="{BB962C8B-B14F-4D97-AF65-F5344CB8AC3E}">
        <p14:creationId xmlns:p14="http://schemas.microsoft.com/office/powerpoint/2010/main" val="21546923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El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CE68963-ABB1-F160-38A6-16D0A25C58B6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4000"/>
              </a:lnSpc>
              <a:spcBef>
                <a:spcPts val="600"/>
              </a:spcBef>
            </a:pPr>
            <a:endParaRPr lang="en-AU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61B7DB3-4693-E49A-6186-C7DDB91B09F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175" y="4646645"/>
            <a:ext cx="2087563" cy="172587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D0C8AADD-BE6B-C6B8-4075-7EC9196725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0569" y="1913495"/>
            <a:ext cx="2088000" cy="265525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ED909CCD-2C59-C545-0D07-76EF293561C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81284" y="1913495"/>
            <a:ext cx="2088000" cy="265525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A219E887-196F-3274-2854-D81FD36D73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51999" y="1913495"/>
            <a:ext cx="2088000" cy="265525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F6AFF1BC-CF87-1133-28D6-B9E375986F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22714" y="1913495"/>
            <a:ext cx="2088000" cy="265525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986505AA-EFD6-D7D7-6FB3-BF221B42824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93430" y="1913495"/>
            <a:ext cx="2088000" cy="265525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4CE8A89D-7586-22BA-EB08-953F1881057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781793" y="4646645"/>
            <a:ext cx="2087563" cy="172587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0366E72E-490A-41F0-8731-ADC54E759BD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52411" y="4646645"/>
            <a:ext cx="2087563" cy="172587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3BEAE592-E0A3-CAAF-494C-142F35CD1B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323029" y="4646645"/>
            <a:ext cx="2087563" cy="172587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C2A9051E-42B9-17A2-6B2C-BBAC8729A59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593648" y="4646645"/>
            <a:ext cx="2087563" cy="172587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6140944F-5561-68E5-FDA6-5DFBF7B04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571" y="508130"/>
            <a:ext cx="11170860" cy="4813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E59786FE-90ED-12B7-8D37-DB6B3F9852E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flipH="1">
            <a:off x="510571" y="1271511"/>
            <a:ext cx="11170859" cy="36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600"/>
              </a:spcBef>
              <a:buNone/>
              <a:defRPr sz="1600" b="1">
                <a:latin typeface="+mn-lt"/>
              </a:defRPr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Subtitle</a:t>
            </a:r>
            <a:endParaRPr lang="en-AU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3475C422-10AA-3C4C-B396-C358B82DDA4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829800" y="107816"/>
            <a:ext cx="1851025" cy="306522"/>
          </a:xfrm>
        </p:spPr>
        <p:txBody>
          <a:bodyPr anchor="ctr">
            <a:noAutofit/>
          </a:bodyPr>
          <a:lstStyle>
            <a:lvl1pPr>
              <a:defRPr sz="1000" b="0"/>
            </a:lvl1pPr>
          </a:lstStyle>
          <a:p>
            <a:r>
              <a:rPr lang="en-AU"/>
              <a:t>Insert Client Logo - size balanced with our logo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7D5EF7-EA0E-FBE1-DF19-DC738526E4FE}"/>
              </a:ext>
            </a:extLst>
          </p:cNvPr>
          <p:cNvSpPr txBox="1"/>
          <p:nvPr userDrawn="1"/>
        </p:nvSpPr>
        <p:spPr>
          <a:xfrm>
            <a:off x="0" y="-242770"/>
            <a:ext cx="81387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The used logo used in the top left is a special version for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presentations only</a:t>
            </a:r>
            <a:r>
              <a:rPr lang="en-AU" sz="900" b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 its text is enlarged.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Copy the one on the Cover slide 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if needed for other purposes.</a:t>
            </a:r>
          </a:p>
        </p:txBody>
      </p:sp>
    </p:spTree>
    <p:extLst>
      <p:ext uri="{BB962C8B-B14F-4D97-AF65-F5344CB8AC3E}">
        <p14:creationId xmlns:p14="http://schemas.microsoft.com/office/powerpoint/2010/main" val="35947391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Elements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211E90-A604-FD79-6F68-F073708A7C6C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4000"/>
              </a:lnSpc>
              <a:spcBef>
                <a:spcPts val="600"/>
              </a:spcBef>
            </a:pPr>
            <a:endParaRPr lang="en-AU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D0C8AADD-BE6B-C6B8-4075-7EC9196725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0569" y="1913495"/>
            <a:ext cx="2088000" cy="265525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ED909CCD-2C59-C545-0D07-76EF293561C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81284" y="1913495"/>
            <a:ext cx="2088000" cy="265525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A219E887-196F-3274-2854-D81FD36D73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52000" y="1913495"/>
            <a:ext cx="2088000" cy="265525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F6AFF1BC-CF87-1133-28D6-B9E375986F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22714" y="1913495"/>
            <a:ext cx="2088000" cy="265525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986505AA-EFD6-D7D7-6FB3-BF221B42824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93430" y="1913495"/>
            <a:ext cx="2088000" cy="265525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6140944F-5561-68E5-FDA6-5DFBF7B04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571" y="508130"/>
            <a:ext cx="11170860" cy="4813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E59786FE-90ED-12B7-8D37-DB6B3F9852E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flipH="1">
            <a:off x="510571" y="1271511"/>
            <a:ext cx="11170859" cy="36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600"/>
              </a:spcBef>
              <a:buNone/>
              <a:defRPr sz="16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Subtitle</a:t>
            </a:r>
            <a:endParaRPr lang="en-AU"/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E9027511-E65C-F547-6442-4A470EFF4EC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175" y="4646645"/>
            <a:ext cx="2087563" cy="17258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79FC447C-EC2F-F0C5-46CE-80DB1123798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781284" y="4646645"/>
            <a:ext cx="2087563" cy="17258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3B9A8C7D-CF9F-645C-5B2D-DDE38BF5403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52437" y="4646645"/>
            <a:ext cx="2087563" cy="17258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52708CF-554C-5773-E044-B66F10E60C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323151" y="4646645"/>
            <a:ext cx="2087563" cy="17258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43E939D9-9B08-B7F4-BA1F-BA69664F030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593648" y="4646645"/>
            <a:ext cx="2087563" cy="17258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CF458F-BBB5-43A5-937C-79306E7B9582}"/>
              </a:ext>
            </a:extLst>
          </p:cNvPr>
          <p:cNvSpPr/>
          <p:nvPr userDrawn="1"/>
        </p:nvSpPr>
        <p:spPr>
          <a:xfrm>
            <a:off x="607394" y="1065260"/>
            <a:ext cx="1080000" cy="54000"/>
          </a:xfrm>
          <a:prstGeom prst="rect">
            <a:avLst/>
          </a:prstGeom>
          <a:solidFill>
            <a:srgbClr val="016F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4000"/>
              </a:lnSpc>
              <a:spcBef>
                <a:spcPts val="600"/>
              </a:spcBef>
            </a:pPr>
            <a:endParaRPr lang="en-AU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FBB0376-B83E-DDAB-4697-A311B74F2663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8197" y="155160"/>
            <a:ext cx="964800" cy="23088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1E8F690-F397-05B5-4375-72E89177C8D0}"/>
              </a:ext>
            </a:extLst>
          </p:cNvPr>
          <p:cNvSpPr txBox="1"/>
          <p:nvPr userDrawn="1"/>
        </p:nvSpPr>
        <p:spPr>
          <a:xfrm>
            <a:off x="0" y="-242770"/>
            <a:ext cx="81387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The used logo used in the top left is a special version for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presentations only</a:t>
            </a:r>
            <a:r>
              <a:rPr lang="en-AU" sz="900" b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 its text is enlarged.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Copy the one on the Cover slide 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if needed for other purposes.</a:t>
            </a:r>
          </a:p>
        </p:txBody>
      </p:sp>
    </p:spTree>
    <p:extLst>
      <p:ext uri="{BB962C8B-B14F-4D97-AF65-F5344CB8AC3E}">
        <p14:creationId xmlns:p14="http://schemas.microsoft.com/office/powerpoint/2010/main" val="31682555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Full Page 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71963B-9784-A91D-0730-00D7183C1DC1}"/>
              </a:ext>
            </a:extLst>
          </p:cNvPr>
          <p:cNvSpPr/>
          <p:nvPr userDrawn="1"/>
        </p:nvSpPr>
        <p:spPr>
          <a:xfrm>
            <a:off x="9681376" y="0"/>
            <a:ext cx="2510624" cy="495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4000"/>
              </a:lnSpc>
              <a:spcBef>
                <a:spcPts val="600"/>
              </a:spcBef>
            </a:pPr>
            <a:endParaRPr lang="en-AU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A548B26F-D90F-EA40-24D2-AC7A1113B24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14475" y="3150378"/>
            <a:ext cx="3325813" cy="50576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2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9070E3-8CA2-CB27-5DFF-81274C82B524}"/>
              </a:ext>
            </a:extLst>
          </p:cNvPr>
          <p:cNvSpPr/>
          <p:nvPr userDrawn="1"/>
        </p:nvSpPr>
        <p:spPr>
          <a:xfrm>
            <a:off x="0" y="1"/>
            <a:ext cx="2510624" cy="1143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4000"/>
              </a:lnSpc>
              <a:spcBef>
                <a:spcPts val="600"/>
              </a:spcBef>
            </a:pPr>
            <a:endParaRPr lang="en-AU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432208AD-7CE9-026E-EE9E-DFEE47B367D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4475" y="930876"/>
            <a:ext cx="3327013" cy="221890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C7FDB7F0-C179-0ECE-8C97-BF0E02D3E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572" y="168877"/>
            <a:ext cx="11170856" cy="4813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722BF306-1F9A-C635-8A70-042492A2A2F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432494" y="930876"/>
            <a:ext cx="3327013" cy="221890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39" name="Picture Placeholder 3">
            <a:extLst>
              <a:ext uri="{FF2B5EF4-FFF2-40B4-BE49-F238E27FC236}">
                <a16:creationId xmlns:a16="http://schemas.microsoft.com/office/drawing/2014/main" id="{45E44002-30ED-D344-BEA3-10DD5AE07F7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350512" y="930876"/>
            <a:ext cx="3327013" cy="221890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8" name="Text Placeholder 45">
            <a:extLst>
              <a:ext uri="{FF2B5EF4-FFF2-40B4-BE49-F238E27FC236}">
                <a16:creationId xmlns:a16="http://schemas.microsoft.com/office/drawing/2014/main" id="{43FE0FA0-D304-2887-904C-D7FE1104CA7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432494" y="3150378"/>
            <a:ext cx="3325813" cy="50576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2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5">
            <a:extLst>
              <a:ext uri="{FF2B5EF4-FFF2-40B4-BE49-F238E27FC236}">
                <a16:creationId xmlns:a16="http://schemas.microsoft.com/office/drawing/2014/main" id="{E20460F8-1496-32CD-4769-6BE378B69FBA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350512" y="3150378"/>
            <a:ext cx="3325813" cy="50576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2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45">
            <a:extLst>
              <a:ext uri="{FF2B5EF4-FFF2-40B4-BE49-F238E27FC236}">
                <a16:creationId xmlns:a16="http://schemas.microsoft.com/office/drawing/2014/main" id="{43A865E2-6EBD-69F2-EA42-1305F2E0F36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4475" y="5956925"/>
            <a:ext cx="3325813" cy="50576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2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Picture Placeholder 3">
            <a:extLst>
              <a:ext uri="{FF2B5EF4-FFF2-40B4-BE49-F238E27FC236}">
                <a16:creationId xmlns:a16="http://schemas.microsoft.com/office/drawing/2014/main" id="{CFFBABBD-53D2-D417-9412-B9A3C06FBF3B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14475" y="3737423"/>
            <a:ext cx="3327013" cy="221890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53" name="Picture Placeholder 3">
            <a:extLst>
              <a:ext uri="{FF2B5EF4-FFF2-40B4-BE49-F238E27FC236}">
                <a16:creationId xmlns:a16="http://schemas.microsoft.com/office/drawing/2014/main" id="{E73D0F58-C0F7-4C0D-54A7-85746AD9B65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432494" y="3737423"/>
            <a:ext cx="3327013" cy="221890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54" name="Picture Placeholder 3">
            <a:extLst>
              <a:ext uri="{FF2B5EF4-FFF2-40B4-BE49-F238E27FC236}">
                <a16:creationId xmlns:a16="http://schemas.microsoft.com/office/drawing/2014/main" id="{08EF7BCF-1615-A441-7782-05BBAFE01903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8350512" y="3737423"/>
            <a:ext cx="3327013" cy="221890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55" name="Text Placeholder 45">
            <a:extLst>
              <a:ext uri="{FF2B5EF4-FFF2-40B4-BE49-F238E27FC236}">
                <a16:creationId xmlns:a16="http://schemas.microsoft.com/office/drawing/2014/main" id="{61420FAB-6A87-7819-7001-6086019F3CB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432494" y="5956925"/>
            <a:ext cx="3325813" cy="50576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2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45">
            <a:extLst>
              <a:ext uri="{FF2B5EF4-FFF2-40B4-BE49-F238E27FC236}">
                <a16:creationId xmlns:a16="http://schemas.microsoft.com/office/drawing/2014/main" id="{E4000B47-9440-9CDB-FE03-054530E5F00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350512" y="5956925"/>
            <a:ext cx="3325813" cy="50576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2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D8BDD9-B8D2-0546-96E1-0BF86B6AAD7C}"/>
              </a:ext>
            </a:extLst>
          </p:cNvPr>
          <p:cNvSpPr/>
          <p:nvPr userDrawn="1"/>
        </p:nvSpPr>
        <p:spPr>
          <a:xfrm>
            <a:off x="583584" y="718190"/>
            <a:ext cx="1080000" cy="54000"/>
          </a:xfrm>
          <a:prstGeom prst="rect">
            <a:avLst/>
          </a:prstGeom>
          <a:solidFill>
            <a:srgbClr val="016F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4000"/>
              </a:lnSpc>
              <a:spcBef>
                <a:spcPts val="600"/>
              </a:spcBef>
            </a:pPr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957C8D-2CAB-2DBF-6F83-8C3C833BE587}"/>
              </a:ext>
            </a:extLst>
          </p:cNvPr>
          <p:cNvSpPr txBox="1"/>
          <p:nvPr userDrawn="1"/>
        </p:nvSpPr>
        <p:spPr>
          <a:xfrm>
            <a:off x="0" y="-242770"/>
            <a:ext cx="81387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The used logo used in the top left is a special version for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presentations only</a:t>
            </a:r>
            <a:r>
              <a:rPr lang="en-AU" sz="900" b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 its text is enlarged.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Copy the one on the Cover slide 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if needed for other purposes.</a:t>
            </a:r>
          </a:p>
        </p:txBody>
      </p:sp>
    </p:spTree>
    <p:extLst>
      <p:ext uri="{BB962C8B-B14F-4D97-AF65-F5344CB8AC3E}">
        <p14:creationId xmlns:p14="http://schemas.microsoft.com/office/powerpoint/2010/main" val="39717340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po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D309244-471C-2153-4684-EFEF92DE346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679891" y="1690688"/>
            <a:ext cx="8000935" cy="468153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AU"/>
              <a:t>Image, screenshot, or table</a:t>
            </a:r>
          </a:p>
        </p:txBody>
      </p:sp>
      <p:sp>
        <p:nvSpPr>
          <p:cNvPr id="19" name="Text Placeholder 24">
            <a:extLst>
              <a:ext uri="{FF2B5EF4-FFF2-40B4-BE49-F238E27FC236}">
                <a16:creationId xmlns:a16="http://schemas.microsoft.com/office/drawing/2014/main" id="{9FEC6A05-C1BA-A314-F62C-47EBF6B556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1175" y="1690688"/>
            <a:ext cx="2986170" cy="468153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/>
              <a:t>Click to edit text</a:t>
            </a:r>
            <a:endParaRPr lang="en-AU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3CCECC1-12E0-15D6-B26B-D441ACB2F57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flipH="1">
            <a:off x="510568" y="1271511"/>
            <a:ext cx="11170256" cy="36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600" b="1">
                <a:latin typeface="+mn-lt"/>
              </a:defRPr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Subtitle</a:t>
            </a:r>
            <a:endParaRPr lang="en-AU"/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5120404A-26AA-5DAB-921F-31BBC7754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570" y="508130"/>
            <a:ext cx="11170860" cy="4813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8E19E8A-0CD2-5045-08F2-73FE743C2EE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829800" y="107816"/>
            <a:ext cx="1851025" cy="306522"/>
          </a:xfrm>
        </p:spPr>
        <p:txBody>
          <a:bodyPr anchor="ctr">
            <a:noAutofit/>
          </a:bodyPr>
          <a:lstStyle>
            <a:lvl1pPr>
              <a:defRPr sz="1000" b="0"/>
            </a:lvl1pPr>
          </a:lstStyle>
          <a:p>
            <a:r>
              <a:rPr lang="en-AU"/>
              <a:t>Insert Client Logo - size balanced with our logo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EABE69-458F-93A8-8535-46ADABF67D9B}"/>
              </a:ext>
            </a:extLst>
          </p:cNvPr>
          <p:cNvSpPr txBox="1"/>
          <p:nvPr userDrawn="1"/>
        </p:nvSpPr>
        <p:spPr>
          <a:xfrm>
            <a:off x="0" y="-242770"/>
            <a:ext cx="81387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The used logo used in the top left is a special version for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presentations only</a:t>
            </a:r>
            <a:r>
              <a:rPr lang="en-AU" sz="900" b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 its text is enlarged.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Copy the one on the Cover slide 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if needed for other purposes.</a:t>
            </a:r>
          </a:p>
        </p:txBody>
      </p:sp>
    </p:spTree>
    <p:extLst>
      <p:ext uri="{BB962C8B-B14F-4D97-AF65-F5344CB8AC3E}">
        <p14:creationId xmlns:p14="http://schemas.microsoft.com/office/powerpoint/2010/main" val="29469263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99BA284F-4D26-9795-0A19-5E68ADA64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571" y="508130"/>
            <a:ext cx="4312859" cy="4813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D2987D4E-4029-B0FC-E67B-7E7A2ABE224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334000" y="0"/>
            <a:ext cx="6858000" cy="6858000"/>
          </a:xfrm>
          <a:prstGeom prst="rect">
            <a:avLst/>
          </a:prstGeo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/>
            </a:lvl1pPr>
          </a:lstStyle>
          <a:p>
            <a:r>
              <a:rPr lang="en-US"/>
              <a:t>Insert image</a:t>
            </a:r>
            <a:endParaRPr lang="en-AU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37F42A5-3195-6332-3ADF-EA2CFC56217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 flipH="1">
            <a:off x="510570" y="1271511"/>
            <a:ext cx="4312858" cy="36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b="1">
                <a:latin typeface="+mn-lt"/>
              </a:defRPr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Subtitle</a:t>
            </a:r>
            <a:endParaRPr lang="en-AU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487B10B-8C4D-BA2D-4941-FDEA05A09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71" y="1690688"/>
            <a:ext cx="4312857" cy="468183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3ACC3F-05C7-5C48-11B5-593E52E39B32}"/>
              </a:ext>
            </a:extLst>
          </p:cNvPr>
          <p:cNvSpPr txBox="1"/>
          <p:nvPr userDrawn="1"/>
        </p:nvSpPr>
        <p:spPr>
          <a:xfrm>
            <a:off x="0" y="-242770"/>
            <a:ext cx="81387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The used logo used in the top left is a special version for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presentations only</a:t>
            </a:r>
            <a:r>
              <a:rPr lang="en-AU" sz="900" b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 its text is enlarged.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Copy the one on the Cover slide 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if needed for other purposes.</a:t>
            </a:r>
          </a:p>
        </p:txBody>
      </p:sp>
    </p:spTree>
    <p:extLst>
      <p:ext uri="{BB962C8B-B14F-4D97-AF65-F5344CB8AC3E}">
        <p14:creationId xmlns:p14="http://schemas.microsoft.com/office/powerpoint/2010/main" val="22806739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Feature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48FAA7D-91FD-5D6E-C83D-07C7C0C40E0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4000"/>
              </a:lnSpc>
              <a:spcBef>
                <a:spcPts val="600"/>
              </a:spcBef>
            </a:pPr>
            <a:endParaRPr lang="en-AU"/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99BA284F-4D26-9795-0A19-5E68ADA64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571" y="508130"/>
            <a:ext cx="4312859" cy="4813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D2987D4E-4029-B0FC-E67B-7E7A2ABE224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334000" y="0"/>
            <a:ext cx="6858000" cy="6858000"/>
          </a:xfrm>
          <a:prstGeom prst="rect">
            <a:avLst/>
          </a:prstGeo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Insert image</a:t>
            </a:r>
            <a:endParaRPr lang="en-AU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37F42A5-3195-6332-3ADF-EA2CFC56217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 flipH="1">
            <a:off x="510570" y="1271511"/>
            <a:ext cx="4312858" cy="36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600" b="1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Subtitle</a:t>
            </a:r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DC76CE-DAE9-D444-1AF3-5F50A6BE4740}"/>
              </a:ext>
            </a:extLst>
          </p:cNvPr>
          <p:cNvSpPr/>
          <p:nvPr userDrawn="1"/>
        </p:nvSpPr>
        <p:spPr>
          <a:xfrm>
            <a:off x="607394" y="1065260"/>
            <a:ext cx="1080000" cy="54000"/>
          </a:xfrm>
          <a:prstGeom prst="rect">
            <a:avLst/>
          </a:prstGeom>
          <a:solidFill>
            <a:srgbClr val="016F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4000"/>
              </a:lnSpc>
              <a:spcBef>
                <a:spcPts val="600"/>
              </a:spcBef>
            </a:pPr>
            <a:endParaRPr lang="en-AU">
              <a:latin typeface="+mn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97CCE4E-2298-EB02-691F-D1880693E798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8197" y="155160"/>
            <a:ext cx="964800" cy="2308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6941D4-5C79-8985-7F7C-1A8490A11AF9}"/>
              </a:ext>
            </a:extLst>
          </p:cNvPr>
          <p:cNvSpPr txBox="1"/>
          <p:nvPr userDrawn="1"/>
        </p:nvSpPr>
        <p:spPr>
          <a:xfrm>
            <a:off x="0" y="-242770"/>
            <a:ext cx="81387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The used logo used in the top left is a special version for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presentations only</a:t>
            </a:r>
            <a:r>
              <a:rPr lang="en-AU" sz="900" b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 its text is enlarged.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Copy the one on the Cover slide 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if needed for other purposes.</a:t>
            </a:r>
          </a:p>
        </p:txBody>
      </p:sp>
      <p:sp>
        <p:nvSpPr>
          <p:cNvPr id="4" name="Content Placeholder 8">
            <a:extLst>
              <a:ext uri="{FF2B5EF4-FFF2-40B4-BE49-F238E27FC236}">
                <a16:creationId xmlns:a16="http://schemas.microsoft.com/office/drawing/2014/main" id="{E1FA9139-FD0A-DCBA-A3CD-502BA9C85BCC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511175" y="1706563"/>
            <a:ext cx="4311650" cy="46656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8757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Call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501737" y="4057787"/>
            <a:ext cx="5284440" cy="231473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hape;1239;p74">
            <a:extLst>
              <a:ext uri="{FF2B5EF4-FFF2-40B4-BE49-F238E27FC236}">
                <a16:creationId xmlns:a16="http://schemas.microsoft.com/office/drawing/2014/main" id="{C564546B-FCDC-90B4-96CC-8EB761213A9B}"/>
              </a:ext>
            </a:extLst>
          </p:cNvPr>
          <p:cNvSpPr/>
          <p:nvPr userDrawn="1"/>
        </p:nvSpPr>
        <p:spPr>
          <a:xfrm>
            <a:off x="-1" y="0"/>
            <a:ext cx="12190413" cy="3476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+mn-lt"/>
              <a:ea typeface="Open Sans" pitchFamily="2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737" y="1362075"/>
            <a:ext cx="5284432" cy="1310988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4667F19-AEE4-5C37-4D0A-147324F9E2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flipH="1">
            <a:off x="501735" y="3602106"/>
            <a:ext cx="5284433" cy="36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Subtitle</a:t>
            </a:r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5BDF71-2078-E4FC-A770-296416517A07}"/>
              </a:ext>
            </a:extLst>
          </p:cNvPr>
          <p:cNvSpPr/>
          <p:nvPr userDrawn="1"/>
        </p:nvSpPr>
        <p:spPr>
          <a:xfrm>
            <a:off x="583584" y="3422624"/>
            <a:ext cx="1080000" cy="54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endParaRPr lang="en-AU"/>
          </a:p>
        </p:txBody>
      </p:sp>
      <p:sp>
        <p:nvSpPr>
          <p:cNvPr id="13" name="Content Placeholder 2"/>
          <p:cNvSpPr>
            <a:spLocks noGrp="1"/>
          </p:cNvSpPr>
          <p:nvPr>
            <p:ph idx="13"/>
          </p:nvPr>
        </p:nvSpPr>
        <p:spPr>
          <a:xfrm>
            <a:off x="6738781" y="1362075"/>
            <a:ext cx="4608237" cy="501044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3425DD0-3929-30E1-A3FA-AC5064C5FE3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8197" y="155160"/>
            <a:ext cx="964800" cy="2308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E16B76-6571-02C8-7B5C-202EBD700AD3}"/>
              </a:ext>
            </a:extLst>
          </p:cNvPr>
          <p:cNvSpPr txBox="1"/>
          <p:nvPr userDrawn="1"/>
        </p:nvSpPr>
        <p:spPr>
          <a:xfrm>
            <a:off x="0" y="-242770"/>
            <a:ext cx="81387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The used logo used in the top left is a special version for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presentations only</a:t>
            </a:r>
            <a:r>
              <a:rPr lang="en-AU" sz="900" b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 its text is enlarged.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Copy the one on the Cover slide 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if needed for other purposes.</a:t>
            </a:r>
          </a:p>
        </p:txBody>
      </p:sp>
    </p:spTree>
    <p:extLst>
      <p:ext uri="{BB962C8B-B14F-4D97-AF65-F5344CB8AC3E}">
        <p14:creationId xmlns:p14="http://schemas.microsoft.com/office/powerpoint/2010/main" val="15689478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Call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;1239;p74">
            <a:extLst>
              <a:ext uri="{FF2B5EF4-FFF2-40B4-BE49-F238E27FC236}">
                <a16:creationId xmlns:a16="http://schemas.microsoft.com/office/drawing/2014/main" id="{C564546B-FCDC-90B4-96CC-8EB761213A9B}"/>
              </a:ext>
            </a:extLst>
          </p:cNvPr>
          <p:cNvSpPr/>
          <p:nvPr userDrawn="1"/>
        </p:nvSpPr>
        <p:spPr>
          <a:xfrm>
            <a:off x="-1" y="0"/>
            <a:ext cx="12190413" cy="347662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8100000" scaled="1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 panose="020F0502020204030204" pitchFamily="34" charset="0"/>
              <a:ea typeface="Open Sans" pitchFamily="2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3CF940-3F1C-EA0C-CAC6-C8EBAD624587}"/>
              </a:ext>
            </a:extLst>
          </p:cNvPr>
          <p:cNvSpPr/>
          <p:nvPr userDrawn="1"/>
        </p:nvSpPr>
        <p:spPr>
          <a:xfrm>
            <a:off x="583584" y="2370673"/>
            <a:ext cx="1080000" cy="54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endParaRPr lang="en-AU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62578" y="4057787"/>
            <a:ext cx="5284440" cy="231473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737" y="885825"/>
            <a:ext cx="5284432" cy="1310988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4667F19-AEE4-5C37-4D0A-147324F9E2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flipH="1">
            <a:off x="6062576" y="3602106"/>
            <a:ext cx="5284433" cy="36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Subtitle</a:t>
            </a:r>
            <a:endParaRPr lang="en-AU"/>
          </a:p>
        </p:txBody>
      </p:sp>
      <p:sp>
        <p:nvSpPr>
          <p:cNvPr id="13" name="Content Placeholder 2"/>
          <p:cNvSpPr>
            <a:spLocks noGrp="1"/>
          </p:cNvSpPr>
          <p:nvPr>
            <p:ph idx="13"/>
          </p:nvPr>
        </p:nvSpPr>
        <p:spPr>
          <a:xfrm>
            <a:off x="501737" y="2598534"/>
            <a:ext cx="5284432" cy="3773986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7626EF6-47EA-4AB9-8F3A-285CF2CFA857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8197" y="155160"/>
            <a:ext cx="964800" cy="23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0434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액자 8">
            <a:extLst>
              <a:ext uri="{FF2B5EF4-FFF2-40B4-BE49-F238E27FC236}">
                <a16:creationId xmlns:a16="http://schemas.microsoft.com/office/drawing/2014/main" id="{FA61FAA3-454A-DC1E-C725-6C05ACECC122}"/>
              </a:ext>
            </a:extLst>
          </p:cNvPr>
          <p:cNvSpPr/>
          <p:nvPr userDrawn="1"/>
        </p:nvSpPr>
        <p:spPr>
          <a:xfrm>
            <a:off x="0" y="3025349"/>
            <a:ext cx="6095207" cy="3834239"/>
          </a:xfrm>
          <a:prstGeom prst="frame">
            <a:avLst>
              <a:gd name="adj1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2" name="그림 개체 틀 3">
            <a:extLst>
              <a:ext uri="{FF2B5EF4-FFF2-40B4-BE49-F238E27FC236}">
                <a16:creationId xmlns:a16="http://schemas.microsoft.com/office/drawing/2014/main" id="{7046C6EE-D1F0-956B-15DE-D13FE9A5C393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0" y="-1"/>
            <a:ext cx="6095207" cy="3584979"/>
          </a:xfrm>
          <a:prstGeom prst="rect">
            <a:avLst/>
          </a:prstGeo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457143" indent="-457143" algn="ctr">
              <a:buNone/>
              <a:defRPr lang="ko-KR" altLang="en-US" sz="1000" kern="1200" baseline="0" dirty="0">
                <a:solidFill>
                  <a:srgbClr val="0E1D29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219048" rtl="0" eaLnBrk="1" latinLnBrk="1" hangingPunct="1">
              <a:spcBef>
                <a:spcPct val="20000"/>
              </a:spcBef>
            </a:pPr>
            <a:r>
              <a:rPr lang="en-US" altLang="ko-KR"/>
              <a:t>Insert Image</a:t>
            </a:r>
            <a:endParaRPr lang="ko-KR" altLang="en-US"/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8736D1C5-CD13-7E45-3496-B5D1EF55397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411526" y="4564770"/>
            <a:ext cx="3148579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FontTx/>
              <a:buNone/>
              <a:defRPr sz="800" b="1" spc="90" baseline="0">
                <a:solidFill>
                  <a:schemeClr val="bg1"/>
                </a:solidFill>
                <a:latin typeface="+mn-lt"/>
              </a:defRPr>
            </a:lvl1pPr>
            <a:lvl2pPr marL="457154" indent="0">
              <a:buFontTx/>
              <a:buNone/>
              <a:defRPr/>
            </a:lvl2pPr>
            <a:lvl3pPr marL="914309" indent="0">
              <a:buFontTx/>
              <a:buNone/>
              <a:defRPr/>
            </a:lvl3pPr>
            <a:lvl4pPr marL="1371463" indent="0">
              <a:buFontTx/>
              <a:buNone/>
              <a:defRPr/>
            </a:lvl4pPr>
            <a:lvl5pPr marL="1828617" indent="0">
              <a:buFontTx/>
              <a:buNone/>
              <a:defRPr/>
            </a:lvl5pPr>
          </a:lstStyle>
          <a:p>
            <a:pPr lvl="0"/>
            <a:r>
              <a:rPr lang="en-GB" noProof="0"/>
              <a:t>COUNTRY | YEAR</a:t>
            </a:r>
          </a:p>
        </p:txBody>
      </p:sp>
      <p:sp>
        <p:nvSpPr>
          <p:cNvPr id="36" name="Freeform 6">
            <a:extLst>
              <a:ext uri="{FF2B5EF4-FFF2-40B4-BE49-F238E27FC236}">
                <a16:creationId xmlns:a16="http://schemas.microsoft.com/office/drawing/2014/main" id="{5CCD53F5-080A-6CFA-3FD1-7D27D0233974}"/>
              </a:ext>
            </a:extLst>
          </p:cNvPr>
          <p:cNvSpPr>
            <a:spLocks/>
          </p:cNvSpPr>
          <p:nvPr userDrawn="1"/>
        </p:nvSpPr>
        <p:spPr bwMode="auto">
          <a:xfrm>
            <a:off x="-712289" y="3011180"/>
            <a:ext cx="2796000" cy="1685999"/>
          </a:xfrm>
          <a:custGeom>
            <a:avLst/>
            <a:gdLst>
              <a:gd name="T0" fmla="*/ 1883 w 2369"/>
              <a:gd name="T1" fmla="*/ 0 h 1428"/>
              <a:gd name="T2" fmla="*/ 0 w 2369"/>
              <a:gd name="T3" fmla="*/ 0 h 1428"/>
              <a:gd name="T4" fmla="*/ 1427 w 2369"/>
              <a:gd name="T5" fmla="*/ 1428 h 1428"/>
              <a:gd name="T6" fmla="*/ 1427 w 2369"/>
              <a:gd name="T7" fmla="*/ 486 h 1428"/>
              <a:gd name="T8" fmla="*/ 2369 w 2369"/>
              <a:gd name="T9" fmla="*/ 486 h 1428"/>
              <a:gd name="T10" fmla="*/ 1883 w 2369"/>
              <a:gd name="T11" fmla="*/ 0 h 1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369" h="1428">
                <a:moveTo>
                  <a:pt x="1883" y="0"/>
                </a:moveTo>
                <a:lnTo>
                  <a:pt x="0" y="0"/>
                </a:lnTo>
                <a:lnTo>
                  <a:pt x="1427" y="1428"/>
                </a:lnTo>
                <a:lnTo>
                  <a:pt x="1427" y="486"/>
                </a:lnTo>
                <a:lnTo>
                  <a:pt x="2369" y="486"/>
                </a:lnTo>
                <a:lnTo>
                  <a:pt x="1883" y="0"/>
                </a:lnTo>
              </a:path>
            </a:pathLst>
          </a:custGeom>
          <a:solidFill>
            <a:schemeClr val="bg1">
              <a:alpha val="10000"/>
            </a:schemeClr>
          </a:solidFill>
          <a:ln>
            <a:noFill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endParaRPr lang="en-ZA" sz="2400"/>
          </a:p>
        </p:txBody>
      </p:sp>
      <p:sp>
        <p:nvSpPr>
          <p:cNvPr id="37" name="Rectangle 7">
            <a:extLst>
              <a:ext uri="{FF2B5EF4-FFF2-40B4-BE49-F238E27FC236}">
                <a16:creationId xmlns:a16="http://schemas.microsoft.com/office/drawing/2014/main" id="{C2A71EA3-ED54-8BB6-944B-1AAD49FD00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71921" y="3584986"/>
            <a:ext cx="1111790" cy="11121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endParaRPr lang="en-ZA" sz="2400">
              <a:latin typeface="+mn-lt"/>
            </a:endParaRP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EB36F213-E9A2-81C7-DA17-5629AA101F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34075" y="681831"/>
            <a:ext cx="4616238" cy="759615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ts val="2000"/>
              </a:lnSpc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154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2pPr>
            <a:lvl3pPr marL="914309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3pPr>
            <a:lvl4pPr marL="1371463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4pPr>
            <a:lvl5pPr marL="1828617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5pPr>
          </a:lstStyle>
          <a:p>
            <a:pPr lvl="0"/>
            <a:r>
              <a:rPr lang="en-GB" noProof="0"/>
              <a:t>A one paragraph summary of what the client was wanting to achieve. What did they ask us to do? Three lines maximum here.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79340D8-BFBA-A2FD-6FE3-4ED5AAA267B0}"/>
              </a:ext>
            </a:extLst>
          </p:cNvPr>
          <p:cNvCxnSpPr>
            <a:cxnSpLocks/>
          </p:cNvCxnSpPr>
          <p:nvPr userDrawn="1"/>
        </p:nvCxnSpPr>
        <p:spPr>
          <a:xfrm>
            <a:off x="6734075" y="1692085"/>
            <a:ext cx="461623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998B0609-A96C-64DD-8A4D-AF6D75241FD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734075" y="2470014"/>
            <a:ext cx="4616238" cy="39641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ts val="1600"/>
              </a:lnSpc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>
              <a:lnSpc>
                <a:spcPts val="1600"/>
              </a:lnSpc>
              <a:defRPr sz="1050">
                <a:solidFill>
                  <a:schemeClr val="accent5"/>
                </a:solidFill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/>
              <a:t>Please provide some background context for how we setup solving for their problem or need in 5 bulleted points: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9A5197F6-4EE3-82C5-7202-18EA2112258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734074" y="2974017"/>
            <a:ext cx="4616238" cy="95118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228577" indent="-228577">
              <a:lnSpc>
                <a:spcPts val="1500"/>
              </a:lnSpc>
              <a:spcBef>
                <a:spcPts val="0"/>
              </a:spcBef>
              <a:buFont typeface="Calibri" panose="020F0502020204030204" pitchFamily="34" charset="0"/>
              <a:buChar char="+"/>
              <a:defRPr sz="1100">
                <a:solidFill>
                  <a:schemeClr val="tx1"/>
                </a:solidFill>
                <a:latin typeface="+mn-lt"/>
              </a:defRPr>
            </a:lvl1pPr>
            <a:lvl2pPr>
              <a:lnSpc>
                <a:spcPts val="1600"/>
              </a:lnSpc>
              <a:defRPr sz="1050">
                <a:solidFill>
                  <a:schemeClr val="accent5"/>
                </a:solidFill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/>
              <a:t>Bullet point 1</a:t>
            </a:r>
          </a:p>
          <a:p>
            <a:pPr lvl="0"/>
            <a:r>
              <a:rPr lang="en-GB" noProof="0"/>
              <a:t>Bullet point 2</a:t>
            </a:r>
          </a:p>
          <a:p>
            <a:pPr lvl="0"/>
            <a:r>
              <a:rPr lang="en-GB" noProof="0"/>
              <a:t>Bullet point 3</a:t>
            </a:r>
          </a:p>
          <a:p>
            <a:pPr lvl="0"/>
            <a:r>
              <a:rPr lang="en-GB" noProof="0"/>
              <a:t>Bullet point 4</a:t>
            </a:r>
          </a:p>
          <a:p>
            <a:pPr lvl="0"/>
            <a:r>
              <a:rPr lang="en-GB" noProof="0"/>
              <a:t>Bullet point 5</a:t>
            </a: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E2BBCEAF-0E68-BBB9-38C3-6743ACF6476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734075" y="4687832"/>
            <a:ext cx="4616238" cy="39641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ts val="1600"/>
              </a:lnSpc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>
              <a:lnSpc>
                <a:spcPts val="1600"/>
              </a:lnSpc>
              <a:defRPr sz="1050">
                <a:solidFill>
                  <a:schemeClr val="accent5"/>
                </a:solidFill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/>
              <a:t>Please supply 6 key data points as evidence for how we met and exceeded the client brief. The results should ideally be numeric with examples:</a:t>
            </a:r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6DE15960-30DD-5607-7A4D-18C2536BF3D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734074" y="5191834"/>
            <a:ext cx="4616238" cy="114359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228577" indent="-228577">
              <a:lnSpc>
                <a:spcPts val="1500"/>
              </a:lnSpc>
              <a:spcBef>
                <a:spcPts val="0"/>
              </a:spcBef>
              <a:buFont typeface="+mj-lt"/>
              <a:buAutoNum type="arabicPeriod"/>
              <a:defRPr sz="1100">
                <a:solidFill>
                  <a:schemeClr val="tx1"/>
                </a:solidFill>
                <a:latin typeface="+mn-lt"/>
              </a:defRPr>
            </a:lvl1pPr>
            <a:lvl2pPr>
              <a:lnSpc>
                <a:spcPts val="1600"/>
              </a:lnSpc>
              <a:defRPr sz="1050">
                <a:solidFill>
                  <a:schemeClr val="accent5"/>
                </a:solidFill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/>
              <a:t>Sales uplift by XXX</a:t>
            </a:r>
          </a:p>
          <a:p>
            <a:pPr lvl="0"/>
            <a:r>
              <a:rPr lang="en-GB" noProof="0"/>
              <a:t>Efficiency</a:t>
            </a:r>
          </a:p>
          <a:p>
            <a:pPr lvl="0"/>
            <a:r>
              <a:rPr lang="en-GB" noProof="0"/>
              <a:t>XXX number of shoppers engaged with and converted</a:t>
            </a:r>
          </a:p>
          <a:p>
            <a:pPr lvl="0"/>
            <a:r>
              <a:rPr lang="en-GB" noProof="0"/>
              <a:t>XX% decrease in lost sales</a:t>
            </a:r>
          </a:p>
          <a:p>
            <a:pPr lvl="0"/>
            <a:r>
              <a:rPr lang="en-GB" noProof="0"/>
              <a:t>XXX increase in KPIs met</a:t>
            </a:r>
          </a:p>
          <a:p>
            <a:pPr lvl="0"/>
            <a:r>
              <a:rPr lang="en-GB" noProof="0"/>
              <a:t>Speed to shelf against benchmark</a:t>
            </a:r>
          </a:p>
        </p:txBody>
      </p:sp>
      <p:sp>
        <p:nvSpPr>
          <p:cNvPr id="47" name="그림 개체 틀 3">
            <a:extLst>
              <a:ext uri="{FF2B5EF4-FFF2-40B4-BE49-F238E27FC236}">
                <a16:creationId xmlns:a16="http://schemas.microsoft.com/office/drawing/2014/main" id="{F8E80A1C-8A15-A5A2-A88F-52254C9D022C}"/>
              </a:ext>
            </a:extLst>
          </p:cNvPr>
          <p:cNvSpPr>
            <a:spLocks noGrp="1" noChangeAspect="1"/>
          </p:cNvSpPr>
          <p:nvPr>
            <p:ph type="pic" sz="quarter" idx="46" hasCustomPrompt="1"/>
          </p:nvPr>
        </p:nvSpPr>
        <p:spPr>
          <a:xfrm>
            <a:off x="1106328" y="3719375"/>
            <a:ext cx="842974" cy="843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457143" indent="-457143" algn="ctr">
              <a:buNone/>
              <a:defRPr lang="ko-KR" altLang="en-US" sz="1100" kern="1200" baseline="0" dirty="0">
                <a:solidFill>
                  <a:srgbClr val="0E1D29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219048" rtl="0" eaLnBrk="1" latinLnBrk="1" hangingPunct="1">
              <a:spcBef>
                <a:spcPct val="20000"/>
              </a:spcBef>
            </a:pPr>
            <a:r>
              <a:rPr lang="en-US" altLang="ko-KR"/>
              <a:t>Client Logo</a:t>
            </a:r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E2FE7D1-498A-3965-F04D-63866D056402}"/>
              </a:ext>
            </a:extLst>
          </p:cNvPr>
          <p:cNvSpPr txBox="1"/>
          <p:nvPr userDrawn="1"/>
        </p:nvSpPr>
        <p:spPr>
          <a:xfrm>
            <a:off x="6734074" y="4323758"/>
            <a:ext cx="3171160" cy="1662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lvl="0" indent="0">
              <a:lnSpc>
                <a:spcPct val="90000"/>
              </a:lnSpc>
              <a:spcBef>
                <a:spcPts val="1000"/>
              </a:spcBef>
              <a:buFontTx/>
              <a:buNone/>
              <a:defRPr sz="1200" b="1">
                <a:solidFill>
                  <a:schemeClr val="accent4"/>
                </a:solidFill>
                <a:latin typeface="+mj-lt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Tx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Tx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Tx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Tx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GB" sz="1200">
                <a:solidFill>
                  <a:schemeClr val="accent1"/>
                </a:solidFill>
                <a:latin typeface="+mn-lt"/>
              </a:rPr>
              <a:t>THE RESULTS</a:t>
            </a:r>
            <a:endParaRPr lang="en-ZA" sz="120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D75597-AA15-753F-0D85-F3106CD7CB69}"/>
              </a:ext>
            </a:extLst>
          </p:cNvPr>
          <p:cNvSpPr txBox="1"/>
          <p:nvPr userDrawn="1"/>
        </p:nvSpPr>
        <p:spPr>
          <a:xfrm>
            <a:off x="6734074" y="2098071"/>
            <a:ext cx="2478134" cy="1662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lvl="0" indent="0">
              <a:lnSpc>
                <a:spcPct val="90000"/>
              </a:lnSpc>
              <a:spcBef>
                <a:spcPts val="1000"/>
              </a:spcBef>
              <a:buFontTx/>
              <a:buNone/>
              <a:defRPr sz="1200" b="1">
                <a:solidFill>
                  <a:schemeClr val="accent4"/>
                </a:solidFill>
                <a:latin typeface="+mj-lt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Tx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Tx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Tx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Tx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GB" sz="1200">
                <a:solidFill>
                  <a:schemeClr val="accent1"/>
                </a:solidFill>
                <a:latin typeface="+mn-lt"/>
              </a:rPr>
              <a:t>OUR SOLUTION</a:t>
            </a:r>
            <a:endParaRPr lang="en-ZA" sz="120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5120404A-26AA-5DAB-921F-31BBC775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423" y="5084207"/>
            <a:ext cx="4615681" cy="886397"/>
          </a:xfrm>
          <a:prstGeom prst="rect">
            <a:avLst/>
          </a:prstGeom>
        </p:spPr>
        <p:txBody>
          <a:bodyPr vert="horz" lIns="0" tIns="45720" rIns="91440" bIns="45720" rtlCol="0" anchor="b">
            <a:noAutofit/>
          </a:bodyPr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Short case study slide heading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98D8C3F-3E9B-69F7-2330-2533E91B2EE4}"/>
              </a:ext>
            </a:extLst>
          </p:cNvPr>
          <p:cNvSpPr/>
          <p:nvPr userDrawn="1"/>
        </p:nvSpPr>
        <p:spPr>
          <a:xfrm>
            <a:off x="9681376" y="0"/>
            <a:ext cx="2510624" cy="495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4000"/>
              </a:lnSpc>
              <a:spcBef>
                <a:spcPts val="600"/>
              </a:spcBef>
            </a:pPr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D9EE66-F541-FB0A-3012-BED7DF3AA81D}"/>
              </a:ext>
            </a:extLst>
          </p:cNvPr>
          <p:cNvSpPr/>
          <p:nvPr userDrawn="1"/>
        </p:nvSpPr>
        <p:spPr>
          <a:xfrm>
            <a:off x="944282" y="6200089"/>
            <a:ext cx="1080000" cy="5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endParaRPr lang="en-AU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80013EF-5C37-F34A-CAB0-FC1902FCFEA3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8197" y="155160"/>
            <a:ext cx="964800" cy="2308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CA5832-9717-07DC-542E-B23215293AAE}"/>
              </a:ext>
            </a:extLst>
          </p:cNvPr>
          <p:cNvSpPr txBox="1"/>
          <p:nvPr userDrawn="1"/>
        </p:nvSpPr>
        <p:spPr>
          <a:xfrm>
            <a:off x="0" y="-242770"/>
            <a:ext cx="81387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The used logo used in the top left is a special version for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presentations only</a:t>
            </a:r>
            <a:r>
              <a:rPr lang="en-AU" sz="900" b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 its text is enlarged.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Copy the one on the Cover slide 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if needed for other purposes.</a:t>
            </a:r>
          </a:p>
        </p:txBody>
      </p:sp>
    </p:spTree>
    <p:extLst>
      <p:ext uri="{BB962C8B-B14F-4D97-AF65-F5344CB8AC3E}">
        <p14:creationId xmlns:p14="http://schemas.microsoft.com/office/powerpoint/2010/main" val="20904648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EA05619-BAD6-A159-6F01-F08665DE8EDA}"/>
              </a:ext>
            </a:extLst>
          </p:cNvPr>
          <p:cNvSpPr/>
          <p:nvPr userDrawn="1"/>
        </p:nvSpPr>
        <p:spPr>
          <a:xfrm>
            <a:off x="5368027" y="1446363"/>
            <a:ext cx="3261765" cy="54116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4000"/>
              </a:lnSpc>
              <a:spcBef>
                <a:spcPts val="600"/>
              </a:spcBef>
            </a:pPr>
            <a:endParaRPr lang="en-AU"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845455-6EF9-E609-8FA1-C17E7EF89305}"/>
              </a:ext>
            </a:extLst>
          </p:cNvPr>
          <p:cNvSpPr/>
          <p:nvPr userDrawn="1"/>
        </p:nvSpPr>
        <p:spPr>
          <a:xfrm>
            <a:off x="0" y="1"/>
            <a:ext cx="12188826" cy="14463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1219048" latinLnBrk="1"/>
            <a:endParaRPr lang="en-US" sz="2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5AA01F-9119-0BDD-18F1-FAB00E2FA03C}"/>
              </a:ext>
            </a:extLst>
          </p:cNvPr>
          <p:cNvSpPr/>
          <p:nvPr userDrawn="1"/>
        </p:nvSpPr>
        <p:spPr>
          <a:xfrm>
            <a:off x="8634556" y="1"/>
            <a:ext cx="3560619" cy="686911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2400"/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34B0E41E-C5C1-4C8C-85FB-0AB0DAB2D8FF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7198376" y="-4764"/>
            <a:ext cx="4996799" cy="653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endParaRPr lang="en-ZA" sz="2400"/>
          </a:p>
        </p:txBody>
      </p:sp>
      <p:sp>
        <p:nvSpPr>
          <p:cNvPr id="6" name="Freeform 9">
            <a:extLst>
              <a:ext uri="{FF2B5EF4-FFF2-40B4-BE49-F238E27FC236}">
                <a16:creationId xmlns:a16="http://schemas.microsoft.com/office/drawing/2014/main" id="{A89B839E-F8ED-8AF9-9FF0-E768239E755D}"/>
              </a:ext>
            </a:extLst>
          </p:cNvPr>
          <p:cNvSpPr>
            <a:spLocks/>
          </p:cNvSpPr>
          <p:nvPr userDrawn="1"/>
        </p:nvSpPr>
        <p:spPr bwMode="auto">
          <a:xfrm>
            <a:off x="7196789" y="1795878"/>
            <a:ext cx="4731722" cy="4730258"/>
          </a:xfrm>
          <a:custGeom>
            <a:avLst/>
            <a:gdLst>
              <a:gd name="T0" fmla="*/ 1104 w 2981"/>
              <a:gd name="T1" fmla="*/ 0 h 2979"/>
              <a:gd name="T2" fmla="*/ 1104 w 2981"/>
              <a:gd name="T3" fmla="*/ 1102 h 2979"/>
              <a:gd name="T4" fmla="*/ 0 w 2981"/>
              <a:gd name="T5" fmla="*/ 1102 h 2979"/>
              <a:gd name="T6" fmla="*/ 1878 w 2981"/>
              <a:gd name="T7" fmla="*/ 2979 h 2979"/>
              <a:gd name="T8" fmla="*/ 1878 w 2981"/>
              <a:gd name="T9" fmla="*/ 1877 h 2979"/>
              <a:gd name="T10" fmla="*/ 2981 w 2981"/>
              <a:gd name="T11" fmla="*/ 1877 h 2979"/>
              <a:gd name="T12" fmla="*/ 1104 w 2981"/>
              <a:gd name="T13" fmla="*/ 0 h 29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981" h="2979">
                <a:moveTo>
                  <a:pt x="1104" y="0"/>
                </a:moveTo>
                <a:lnTo>
                  <a:pt x="1104" y="1102"/>
                </a:lnTo>
                <a:lnTo>
                  <a:pt x="0" y="1102"/>
                </a:lnTo>
                <a:lnTo>
                  <a:pt x="1878" y="2979"/>
                </a:lnTo>
                <a:lnTo>
                  <a:pt x="1878" y="1877"/>
                </a:lnTo>
                <a:lnTo>
                  <a:pt x="2981" y="1877"/>
                </a:lnTo>
                <a:lnTo>
                  <a:pt x="1104" y="0"/>
                </a:lnTo>
                <a:close/>
              </a:path>
            </a:pathLst>
          </a:custGeom>
          <a:solidFill>
            <a:srgbClr val="10294D">
              <a:alpha val="25000"/>
            </a:srgbClr>
          </a:solidFill>
          <a:ln>
            <a:noFill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ZA" sz="2400"/>
          </a:p>
        </p:txBody>
      </p:sp>
      <p:sp>
        <p:nvSpPr>
          <p:cNvPr id="7" name="그림 개체 틀 3">
            <a:extLst>
              <a:ext uri="{FF2B5EF4-FFF2-40B4-BE49-F238E27FC236}">
                <a16:creationId xmlns:a16="http://schemas.microsoft.com/office/drawing/2014/main" id="{4B2F8E5C-729B-1DA2-AF95-622147309618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10177726" y="4774719"/>
            <a:ext cx="1751396" cy="175141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457143" indent="-457143" algn="ctr">
              <a:buNone/>
              <a:defRPr lang="ko-KR" altLang="en-US" sz="11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219048" rtl="0" eaLnBrk="1" latinLnBrk="1" hangingPunct="1">
              <a:spcBef>
                <a:spcPct val="20000"/>
              </a:spcBef>
            </a:pPr>
            <a:r>
              <a:rPr lang="en-US" altLang="ko-KR"/>
              <a:t>Insert Image</a:t>
            </a:r>
            <a:endParaRPr lang="ko-KR" alt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81A06E3-5A6D-5E68-52AF-2B4DF50BBAA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88095" y="3980187"/>
            <a:ext cx="2448240" cy="805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600"/>
              </a:lnSpc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>
              <a:lnSpc>
                <a:spcPts val="1600"/>
              </a:lnSpc>
              <a:defRPr sz="1050">
                <a:solidFill>
                  <a:schemeClr val="accent5"/>
                </a:solidFill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/>
              <a:t>Please provide some background context for how we setup solving for their problem or need in 5 bulleted points: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4C4D5B3-27F5-4C2B-5E39-6B6F1892AE0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88095" y="4789060"/>
            <a:ext cx="2448240" cy="11435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577" indent="-228577">
              <a:lnSpc>
                <a:spcPts val="1500"/>
              </a:lnSpc>
              <a:spcBef>
                <a:spcPts val="0"/>
              </a:spcBef>
              <a:buFont typeface="Calibri" panose="020F0502020204030204" pitchFamily="34" charset="0"/>
              <a:buChar char="+"/>
              <a:defRPr sz="1100">
                <a:solidFill>
                  <a:schemeClr val="tx1"/>
                </a:solidFill>
                <a:latin typeface="+mn-lt"/>
              </a:defRPr>
            </a:lvl1pPr>
            <a:lvl2pPr>
              <a:lnSpc>
                <a:spcPts val="1600"/>
              </a:lnSpc>
              <a:defRPr sz="1050">
                <a:solidFill>
                  <a:schemeClr val="accent5"/>
                </a:solidFill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/>
              <a:t>Bullet point 1</a:t>
            </a:r>
          </a:p>
          <a:p>
            <a:pPr lvl="0"/>
            <a:r>
              <a:rPr lang="en-GB" noProof="0"/>
              <a:t>Bullet point 2</a:t>
            </a:r>
          </a:p>
          <a:p>
            <a:pPr lvl="0"/>
            <a:r>
              <a:rPr lang="en-GB" noProof="0"/>
              <a:t>Bullet point 3</a:t>
            </a:r>
          </a:p>
          <a:p>
            <a:pPr lvl="0"/>
            <a:r>
              <a:rPr lang="en-GB" noProof="0"/>
              <a:t>Bullet point 4</a:t>
            </a:r>
          </a:p>
          <a:p>
            <a:pPr lvl="0"/>
            <a:r>
              <a:rPr lang="en-GB" noProof="0"/>
              <a:t>Bullet point 5</a:t>
            </a:r>
          </a:p>
          <a:p>
            <a:pPr lvl="0"/>
            <a:r>
              <a:rPr lang="en-GB" noProof="0"/>
              <a:t>Bullet point 6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8D26159-41CA-C92C-54F2-0A78AD1C5952}"/>
              </a:ext>
            </a:extLst>
          </p:cNvPr>
          <p:cNvCxnSpPr>
            <a:cxnSpLocks/>
          </p:cNvCxnSpPr>
          <p:nvPr userDrawn="1"/>
        </p:nvCxnSpPr>
        <p:spPr>
          <a:xfrm>
            <a:off x="588094" y="3521308"/>
            <a:ext cx="248431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3CBD34-DF2E-8975-C80F-90B82DCE0476}"/>
              </a:ext>
            </a:extLst>
          </p:cNvPr>
          <p:cNvCxnSpPr>
            <a:cxnSpLocks/>
          </p:cNvCxnSpPr>
          <p:nvPr userDrawn="1"/>
        </p:nvCxnSpPr>
        <p:spPr>
          <a:xfrm>
            <a:off x="3696578" y="3521308"/>
            <a:ext cx="313508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81B4DA7-A142-1ECC-8C77-FAB8F0BF272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88095" y="2485271"/>
            <a:ext cx="6243570" cy="501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2000"/>
              </a:lnSpc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154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2pPr>
            <a:lvl3pPr marL="914309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3pPr>
            <a:lvl4pPr marL="1371463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4pPr>
            <a:lvl5pPr marL="1828617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5pPr>
          </a:lstStyle>
          <a:p>
            <a:pPr lvl="0"/>
            <a:r>
              <a:rPr lang="en-GB" noProof="0"/>
              <a:t>A one paragraph summary of what the client was wanting to achieve. What did they ask us to do? Three lines maximum to go here.</a:t>
            </a:r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1C060346-6F92-08FC-1FBB-7D39881F2138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9447572" y="-3175"/>
            <a:ext cx="1750785" cy="1751418"/>
          </a:xfrm>
          <a:custGeom>
            <a:avLst/>
            <a:gdLst>
              <a:gd name="T0" fmla="*/ 1103 w 1103"/>
              <a:gd name="T1" fmla="*/ 0 h 1103"/>
              <a:gd name="T2" fmla="*/ 0 w 1103"/>
              <a:gd name="T3" fmla="*/ 0 h 1103"/>
              <a:gd name="T4" fmla="*/ 0 w 1103"/>
              <a:gd name="T5" fmla="*/ 1103 h 1103"/>
              <a:gd name="T6" fmla="*/ 1103 w 1103"/>
              <a:gd name="T7" fmla="*/ 1103 h 1103"/>
              <a:gd name="T8" fmla="*/ 1103 w 1103"/>
              <a:gd name="T9" fmla="*/ 0 h 1103"/>
              <a:gd name="T10" fmla="*/ 801 w 1103"/>
              <a:gd name="T11" fmla="*/ 302 h 1103"/>
              <a:gd name="T12" fmla="*/ 801 w 1103"/>
              <a:gd name="T13" fmla="*/ 800 h 1103"/>
              <a:gd name="T14" fmla="*/ 303 w 1103"/>
              <a:gd name="T15" fmla="*/ 800 h 1103"/>
              <a:gd name="T16" fmla="*/ 303 w 1103"/>
              <a:gd name="T17" fmla="*/ 302 h 1103"/>
              <a:gd name="T18" fmla="*/ 801 w 1103"/>
              <a:gd name="T19" fmla="*/ 302 h 1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103" h="1103">
                <a:moveTo>
                  <a:pt x="1103" y="0"/>
                </a:moveTo>
                <a:lnTo>
                  <a:pt x="0" y="0"/>
                </a:lnTo>
                <a:lnTo>
                  <a:pt x="0" y="1103"/>
                </a:lnTo>
                <a:lnTo>
                  <a:pt x="1103" y="1103"/>
                </a:lnTo>
                <a:lnTo>
                  <a:pt x="1103" y="0"/>
                </a:lnTo>
                <a:moveTo>
                  <a:pt x="801" y="302"/>
                </a:moveTo>
                <a:lnTo>
                  <a:pt x="801" y="800"/>
                </a:lnTo>
                <a:lnTo>
                  <a:pt x="303" y="800"/>
                </a:lnTo>
                <a:lnTo>
                  <a:pt x="303" y="302"/>
                </a:lnTo>
                <a:lnTo>
                  <a:pt x="801" y="30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endParaRPr lang="en-ZA" sz="2400"/>
          </a:p>
        </p:txBody>
      </p:sp>
      <p:sp>
        <p:nvSpPr>
          <p:cNvPr id="15" name="Freeform 8">
            <a:extLst>
              <a:ext uri="{FF2B5EF4-FFF2-40B4-BE49-F238E27FC236}">
                <a16:creationId xmlns:a16="http://schemas.microsoft.com/office/drawing/2014/main" id="{FB48C0B5-F398-4F16-B468-0C879F5EEE1A}"/>
              </a:ext>
            </a:extLst>
          </p:cNvPr>
          <p:cNvSpPr>
            <a:spLocks/>
          </p:cNvSpPr>
          <p:nvPr userDrawn="1"/>
        </p:nvSpPr>
        <p:spPr bwMode="auto">
          <a:xfrm>
            <a:off x="11198356" y="-6352"/>
            <a:ext cx="995233" cy="1754594"/>
          </a:xfrm>
          <a:custGeom>
            <a:avLst/>
            <a:gdLst>
              <a:gd name="T0" fmla="*/ 627 w 627"/>
              <a:gd name="T1" fmla="*/ 0 h 1105"/>
              <a:gd name="T2" fmla="*/ 0 w 627"/>
              <a:gd name="T3" fmla="*/ 2 h 1105"/>
              <a:gd name="T4" fmla="*/ 0 w 627"/>
              <a:gd name="T5" fmla="*/ 1105 h 1105"/>
              <a:gd name="T6" fmla="*/ 627 w 627"/>
              <a:gd name="T7" fmla="*/ 477 h 1105"/>
              <a:gd name="T8" fmla="*/ 627 w 627"/>
              <a:gd name="T9" fmla="*/ 0 h 1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7" h="1105">
                <a:moveTo>
                  <a:pt x="627" y="0"/>
                </a:moveTo>
                <a:lnTo>
                  <a:pt x="0" y="2"/>
                </a:lnTo>
                <a:lnTo>
                  <a:pt x="0" y="1105"/>
                </a:lnTo>
                <a:lnTo>
                  <a:pt x="627" y="477"/>
                </a:lnTo>
                <a:lnTo>
                  <a:pt x="627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endParaRPr lang="en-ZA" sz="2400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EAE1560A-B82F-EEBF-D255-A63A705EC2E0}"/>
              </a:ext>
            </a:extLst>
          </p:cNvPr>
          <p:cNvSpPr>
            <a:spLocks/>
          </p:cNvSpPr>
          <p:nvPr userDrawn="1"/>
        </p:nvSpPr>
        <p:spPr bwMode="auto">
          <a:xfrm>
            <a:off x="7196789" y="1795878"/>
            <a:ext cx="4731722" cy="4730258"/>
          </a:xfrm>
          <a:custGeom>
            <a:avLst/>
            <a:gdLst>
              <a:gd name="T0" fmla="*/ 1104 w 2981"/>
              <a:gd name="T1" fmla="*/ 0 h 2979"/>
              <a:gd name="T2" fmla="*/ 1104 w 2981"/>
              <a:gd name="T3" fmla="*/ 1102 h 2979"/>
              <a:gd name="T4" fmla="*/ 0 w 2981"/>
              <a:gd name="T5" fmla="*/ 1102 h 2979"/>
              <a:gd name="T6" fmla="*/ 1878 w 2981"/>
              <a:gd name="T7" fmla="*/ 2979 h 2979"/>
              <a:gd name="T8" fmla="*/ 1878 w 2981"/>
              <a:gd name="T9" fmla="*/ 1877 h 2979"/>
              <a:gd name="T10" fmla="*/ 2981 w 2981"/>
              <a:gd name="T11" fmla="*/ 1877 h 2979"/>
              <a:gd name="T12" fmla="*/ 1104 w 2981"/>
              <a:gd name="T13" fmla="*/ 0 h 29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981" h="2979">
                <a:moveTo>
                  <a:pt x="1104" y="0"/>
                </a:moveTo>
                <a:lnTo>
                  <a:pt x="1104" y="1102"/>
                </a:lnTo>
                <a:lnTo>
                  <a:pt x="0" y="1102"/>
                </a:lnTo>
                <a:lnTo>
                  <a:pt x="1878" y="2979"/>
                </a:lnTo>
                <a:lnTo>
                  <a:pt x="1878" y="1877"/>
                </a:lnTo>
                <a:lnTo>
                  <a:pt x="2981" y="1877"/>
                </a:lnTo>
                <a:lnTo>
                  <a:pt x="110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endParaRPr lang="en-ZA" sz="240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83AD6AFE-9962-2CF7-013D-78342BFD77C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696578" y="3981779"/>
            <a:ext cx="4304687" cy="6008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600"/>
              </a:lnSpc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>
              <a:lnSpc>
                <a:spcPts val="1600"/>
              </a:lnSpc>
              <a:defRPr sz="1050">
                <a:solidFill>
                  <a:schemeClr val="accent5"/>
                </a:solidFill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/>
              <a:t>Please supply 6 key data points as evidence for how we met and exceeded the client brief. The results should ideally be numeric with examples: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2AF58C43-675C-D149-D31E-E083B534926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696578" y="4789060"/>
            <a:ext cx="4304687" cy="11435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577" indent="-228577">
              <a:lnSpc>
                <a:spcPts val="1500"/>
              </a:lnSpc>
              <a:spcBef>
                <a:spcPts val="0"/>
              </a:spcBef>
              <a:buFont typeface="+mj-lt"/>
              <a:buAutoNum type="arabicPeriod"/>
              <a:defRPr sz="1100">
                <a:solidFill>
                  <a:schemeClr val="tx1"/>
                </a:solidFill>
                <a:latin typeface="+mn-lt"/>
              </a:defRPr>
            </a:lvl1pPr>
            <a:lvl2pPr>
              <a:lnSpc>
                <a:spcPts val="1600"/>
              </a:lnSpc>
              <a:defRPr sz="1050">
                <a:solidFill>
                  <a:schemeClr val="accent5"/>
                </a:solidFill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/>
              <a:t>Sales uplift by XXX</a:t>
            </a:r>
          </a:p>
          <a:p>
            <a:pPr lvl="0"/>
            <a:r>
              <a:rPr lang="en-GB" noProof="0"/>
              <a:t>Efficiency</a:t>
            </a:r>
          </a:p>
          <a:p>
            <a:pPr lvl="0"/>
            <a:r>
              <a:rPr lang="en-GB" noProof="0"/>
              <a:t>XXX number of shoppers engaged with and converted</a:t>
            </a:r>
          </a:p>
          <a:p>
            <a:pPr lvl="0"/>
            <a:r>
              <a:rPr lang="en-GB" noProof="0"/>
              <a:t>XX% decrease in lost sales</a:t>
            </a:r>
          </a:p>
          <a:p>
            <a:pPr lvl="0"/>
            <a:r>
              <a:rPr lang="en-GB" noProof="0"/>
              <a:t>XXX increase in KPIs met</a:t>
            </a:r>
          </a:p>
          <a:p>
            <a:pPr lvl="0"/>
            <a:r>
              <a:rPr lang="en-GB" noProof="0"/>
              <a:t>Speed to shelf against benchmark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A48FB1-5033-AD02-6A1E-6D2ACC27633B}"/>
              </a:ext>
            </a:extLst>
          </p:cNvPr>
          <p:cNvSpPr txBox="1"/>
          <p:nvPr userDrawn="1"/>
        </p:nvSpPr>
        <p:spPr>
          <a:xfrm>
            <a:off x="3696577" y="3629608"/>
            <a:ext cx="3171160" cy="1662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lvl="0" indent="0">
              <a:lnSpc>
                <a:spcPct val="90000"/>
              </a:lnSpc>
              <a:spcBef>
                <a:spcPts val="1000"/>
              </a:spcBef>
              <a:buFontTx/>
              <a:buNone/>
              <a:defRPr sz="1200" b="1">
                <a:solidFill>
                  <a:schemeClr val="accent4"/>
                </a:solidFill>
                <a:latin typeface="+mj-lt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Tx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Tx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Tx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Tx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GB" sz="1200">
                <a:solidFill>
                  <a:schemeClr val="accent1"/>
                </a:solidFill>
                <a:latin typeface="+mn-lt"/>
              </a:rPr>
              <a:t>THE RESULT</a:t>
            </a:r>
            <a:endParaRPr lang="en-ZA" sz="120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5101AF-C7BB-5F21-D9D1-CD9E22191282}"/>
              </a:ext>
            </a:extLst>
          </p:cNvPr>
          <p:cNvSpPr txBox="1"/>
          <p:nvPr userDrawn="1"/>
        </p:nvSpPr>
        <p:spPr>
          <a:xfrm>
            <a:off x="588095" y="3623455"/>
            <a:ext cx="2478134" cy="1662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lvl="0" indent="0">
              <a:lnSpc>
                <a:spcPct val="90000"/>
              </a:lnSpc>
              <a:spcBef>
                <a:spcPts val="1000"/>
              </a:spcBef>
              <a:buFontTx/>
              <a:buNone/>
              <a:defRPr sz="1200" b="1">
                <a:solidFill>
                  <a:schemeClr val="accent4"/>
                </a:solidFill>
                <a:latin typeface="+mj-lt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Tx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Tx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Tx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Tx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GB" sz="1200">
                <a:solidFill>
                  <a:schemeClr val="accent1"/>
                </a:solidFill>
                <a:latin typeface="+mn-lt"/>
              </a:rPr>
              <a:t>OUR SOLUTION</a:t>
            </a:r>
            <a:endParaRPr lang="en-ZA" sz="120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863593-4DC0-2CF6-91C2-7F6C8431526B}"/>
              </a:ext>
            </a:extLst>
          </p:cNvPr>
          <p:cNvSpPr txBox="1"/>
          <p:nvPr userDrawn="1"/>
        </p:nvSpPr>
        <p:spPr>
          <a:xfrm>
            <a:off x="588095" y="1890136"/>
            <a:ext cx="6243569" cy="1662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lvl="0" indent="0">
              <a:lnSpc>
                <a:spcPct val="90000"/>
              </a:lnSpc>
              <a:spcBef>
                <a:spcPts val="1000"/>
              </a:spcBef>
              <a:buFontTx/>
              <a:buNone/>
              <a:defRPr sz="1200" b="1">
                <a:solidFill>
                  <a:schemeClr val="accent4"/>
                </a:solidFill>
                <a:latin typeface="+mj-lt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Tx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Tx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Tx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Tx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GB" sz="1200">
                <a:solidFill>
                  <a:schemeClr val="accent1"/>
                </a:solidFill>
                <a:latin typeface="+mn-lt"/>
              </a:rPr>
              <a:t>BRIEF &amp; OBJECTIVES</a:t>
            </a:r>
            <a:endParaRPr lang="en-ZA" sz="120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ACDE83D8-7C68-3EF5-A27F-62189525AFF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88095" y="1622034"/>
            <a:ext cx="6243569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FontTx/>
              <a:buNone/>
              <a:defRPr sz="800" b="1" spc="9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  <a:lvl2pPr marL="457154" indent="0">
              <a:buFontTx/>
              <a:buNone/>
              <a:defRPr/>
            </a:lvl2pPr>
            <a:lvl3pPr marL="914309" indent="0">
              <a:buFontTx/>
              <a:buNone/>
              <a:defRPr/>
            </a:lvl3pPr>
            <a:lvl4pPr marL="1371463" indent="0">
              <a:buFontTx/>
              <a:buNone/>
              <a:defRPr/>
            </a:lvl4pPr>
            <a:lvl5pPr marL="1828617" indent="0">
              <a:buFontTx/>
              <a:buNone/>
              <a:defRPr/>
            </a:lvl5pPr>
          </a:lstStyle>
          <a:p>
            <a:pPr lvl="0"/>
            <a:r>
              <a:rPr lang="en-GB" noProof="0"/>
              <a:t>COUNTRY | YEAR</a:t>
            </a:r>
          </a:p>
        </p:txBody>
      </p:sp>
      <p:sp>
        <p:nvSpPr>
          <p:cNvPr id="27" name="Rectangle 7">
            <a:extLst>
              <a:ext uri="{FF2B5EF4-FFF2-40B4-BE49-F238E27FC236}">
                <a16:creationId xmlns:a16="http://schemas.microsoft.com/office/drawing/2014/main" id="{F4337207-2691-026C-6BCE-98B375AF254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86415" y="1794289"/>
            <a:ext cx="1749197" cy="174983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endParaRPr lang="en-ZA" sz="2400">
              <a:latin typeface="+mn-lt"/>
            </a:endParaRPr>
          </a:p>
        </p:txBody>
      </p:sp>
      <p:sp>
        <p:nvSpPr>
          <p:cNvPr id="28" name="그림 개체 틀 3">
            <a:extLst>
              <a:ext uri="{FF2B5EF4-FFF2-40B4-BE49-F238E27FC236}">
                <a16:creationId xmlns:a16="http://schemas.microsoft.com/office/drawing/2014/main" id="{FDF34D6B-5620-A6E1-A34E-6759EB91AF73}"/>
              </a:ext>
            </a:extLst>
          </p:cNvPr>
          <p:cNvSpPr>
            <a:spLocks noGrp="1" noChangeAspect="1"/>
          </p:cNvSpPr>
          <p:nvPr>
            <p:ph type="pic" sz="quarter" idx="50" hasCustomPrompt="1"/>
          </p:nvPr>
        </p:nvSpPr>
        <p:spPr>
          <a:xfrm>
            <a:off x="7402147" y="2001459"/>
            <a:ext cx="1326264" cy="1326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457143" indent="-457143" algn="ctr">
              <a:buNone/>
              <a:defRPr lang="ko-KR" altLang="en-US" sz="1100" kern="1200" baseline="0" dirty="0">
                <a:solidFill>
                  <a:srgbClr val="0E1D29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219048" rtl="0" eaLnBrk="1" latinLnBrk="1" hangingPunct="1">
              <a:spcBef>
                <a:spcPct val="20000"/>
              </a:spcBef>
            </a:pPr>
            <a:r>
              <a:rPr lang="en-US" altLang="ko-KR"/>
              <a:t>Client Logo</a:t>
            </a:r>
            <a:endParaRPr lang="ko-KR" altLang="en-US"/>
          </a:p>
        </p:txBody>
      </p:sp>
      <p:sp>
        <p:nvSpPr>
          <p:cNvPr id="29" name="그림 개체 틀 3">
            <a:extLst>
              <a:ext uri="{FF2B5EF4-FFF2-40B4-BE49-F238E27FC236}">
                <a16:creationId xmlns:a16="http://schemas.microsoft.com/office/drawing/2014/main" id="{960E1DC2-B4F2-5A6C-E25D-988FAA33E332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10177726" y="2779105"/>
            <a:ext cx="1751396" cy="175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457143" indent="-457143" algn="ctr">
              <a:buNone/>
              <a:defRPr lang="ko-KR" altLang="en-US" sz="11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219048" rtl="0" eaLnBrk="1" latinLnBrk="1" hangingPunct="1">
              <a:spcBef>
                <a:spcPct val="20000"/>
              </a:spcBef>
            </a:pPr>
            <a:r>
              <a:rPr lang="en-US" altLang="ko-KR"/>
              <a:t>Insert Image</a:t>
            </a:r>
            <a:endParaRPr lang="ko-KR" altLang="en-US"/>
          </a:p>
        </p:txBody>
      </p:sp>
      <p:sp>
        <p:nvSpPr>
          <p:cNvPr id="30" name="그림 개체 틀 3">
            <a:extLst>
              <a:ext uri="{FF2B5EF4-FFF2-40B4-BE49-F238E27FC236}">
                <a16:creationId xmlns:a16="http://schemas.microsoft.com/office/drawing/2014/main" id="{7E5DA9A6-FBA3-D5FC-712A-E4BF4A49C3BC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10177726" y="783492"/>
            <a:ext cx="1751396" cy="175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457143" indent="-457143" algn="ctr">
              <a:buNone/>
              <a:defRPr lang="ko-KR" altLang="en-US" sz="11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219048" rtl="0" eaLnBrk="1" latinLnBrk="1" hangingPunct="1">
              <a:spcBef>
                <a:spcPct val="20000"/>
              </a:spcBef>
            </a:pPr>
            <a:r>
              <a:rPr lang="en-US" altLang="ko-KR"/>
              <a:t>Insert Image</a:t>
            </a:r>
            <a:endParaRPr lang="ko-KR" alt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557729-7A9A-FD51-4701-BFB15148B2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0569" y="413079"/>
            <a:ext cx="8119223" cy="938108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/>
            </a:lvl1pPr>
          </a:lstStyle>
          <a:p>
            <a:r>
              <a:rPr lang="en-US"/>
              <a:t>Short case study heading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FED5B2-13C4-1505-938F-69744C25F5CF}"/>
              </a:ext>
            </a:extLst>
          </p:cNvPr>
          <p:cNvSpPr/>
          <p:nvPr userDrawn="1"/>
        </p:nvSpPr>
        <p:spPr>
          <a:xfrm>
            <a:off x="588094" y="1444738"/>
            <a:ext cx="1080000" cy="54000"/>
          </a:xfrm>
          <a:prstGeom prst="rect">
            <a:avLst/>
          </a:prstGeom>
          <a:solidFill>
            <a:srgbClr val="016F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endParaRPr lang="en-AU"/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6EE7AD13-4B3F-977E-E962-97570FF6150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8197" y="155160"/>
            <a:ext cx="964800" cy="230884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7140FC4-EF5F-2E1E-C77F-BF29CD4F2203}"/>
              </a:ext>
            </a:extLst>
          </p:cNvPr>
          <p:cNvSpPr txBox="1"/>
          <p:nvPr userDrawn="1"/>
        </p:nvSpPr>
        <p:spPr>
          <a:xfrm>
            <a:off x="0" y="-242770"/>
            <a:ext cx="81387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The used logo used in the top left is a special version for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presentations only</a:t>
            </a:r>
            <a:r>
              <a:rPr lang="en-AU" sz="900" b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 its text is enlarged.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Copy the one on the Cover slide 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if needed for other purposes.</a:t>
            </a:r>
          </a:p>
        </p:txBody>
      </p:sp>
    </p:spTree>
    <p:extLst>
      <p:ext uri="{BB962C8B-B14F-4D97-AF65-F5344CB8AC3E}">
        <p14:creationId xmlns:p14="http://schemas.microsoft.com/office/powerpoint/2010/main" val="23521073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>
            <a:extLst>
              <a:ext uri="{FF2B5EF4-FFF2-40B4-BE49-F238E27FC236}">
                <a16:creationId xmlns:a16="http://schemas.microsoft.com/office/drawing/2014/main" id="{9BBC04DA-00A3-27B9-06FB-F56462688825}"/>
              </a:ext>
            </a:extLst>
          </p:cNvPr>
          <p:cNvSpPr/>
          <p:nvPr userDrawn="1"/>
        </p:nvSpPr>
        <p:spPr>
          <a:xfrm>
            <a:off x="-1" y="5049443"/>
            <a:ext cx="8199957" cy="12480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1219048" latinLnBrk="1"/>
            <a:endParaRPr lang="en-US" sz="2400">
              <a:latin typeface="+mn-lt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50961C2-2394-BC70-9EFA-6094F84D25F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8094" y="4451713"/>
            <a:ext cx="2373796" cy="1845770"/>
          </a:xfrm>
          <a:custGeom>
            <a:avLst/>
            <a:gdLst>
              <a:gd name="connsiteX0" fmla="*/ 1186898 w 2373796"/>
              <a:gd name="connsiteY0" fmla="*/ 0 h 1845770"/>
              <a:gd name="connsiteX1" fmla="*/ 2373796 w 2373796"/>
              <a:gd name="connsiteY1" fmla="*/ 1187328 h 1845770"/>
              <a:gd name="connsiteX2" fmla="*/ 2230544 w 2373796"/>
              <a:gd name="connsiteY2" fmla="*/ 1753279 h 1845770"/>
              <a:gd name="connsiteX3" fmla="*/ 2174375 w 2373796"/>
              <a:gd name="connsiteY3" fmla="*/ 1845770 h 1845770"/>
              <a:gd name="connsiteX4" fmla="*/ 199421 w 2373796"/>
              <a:gd name="connsiteY4" fmla="*/ 1845770 h 1845770"/>
              <a:gd name="connsiteX5" fmla="*/ 143252 w 2373796"/>
              <a:gd name="connsiteY5" fmla="*/ 1753279 h 1845770"/>
              <a:gd name="connsiteX6" fmla="*/ 0 w 2373796"/>
              <a:gd name="connsiteY6" fmla="*/ 1187328 h 1845770"/>
              <a:gd name="connsiteX7" fmla="*/ 1186898 w 2373796"/>
              <a:gd name="connsiteY7" fmla="*/ 0 h 184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73796" h="1845770">
                <a:moveTo>
                  <a:pt x="1186898" y="0"/>
                </a:moveTo>
                <a:cubicBezTo>
                  <a:pt x="1842404" y="0"/>
                  <a:pt x="2373796" y="531585"/>
                  <a:pt x="2373796" y="1187328"/>
                </a:cubicBezTo>
                <a:cubicBezTo>
                  <a:pt x="2373796" y="1392248"/>
                  <a:pt x="2321902" y="1585043"/>
                  <a:pt x="2230544" y="1753279"/>
                </a:cubicBezTo>
                <a:lnTo>
                  <a:pt x="2174375" y="1845770"/>
                </a:lnTo>
                <a:lnTo>
                  <a:pt x="199421" y="1845770"/>
                </a:lnTo>
                <a:lnTo>
                  <a:pt x="143252" y="1753279"/>
                </a:lnTo>
                <a:cubicBezTo>
                  <a:pt x="51894" y="1585043"/>
                  <a:pt x="0" y="1392248"/>
                  <a:pt x="0" y="1187328"/>
                </a:cubicBezTo>
                <a:cubicBezTo>
                  <a:pt x="0" y="531585"/>
                  <a:pt x="531392" y="0"/>
                  <a:pt x="118689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  <a:noAutofit/>
          </a:bodyPr>
          <a:lstStyle/>
          <a:p>
            <a:endParaRPr lang="en-ZA" sz="2400">
              <a:latin typeface="+mn-lt"/>
            </a:endParaRPr>
          </a:p>
        </p:txBody>
      </p:sp>
      <p:sp>
        <p:nvSpPr>
          <p:cNvPr id="31" name="Rectangle 2">
            <a:extLst>
              <a:ext uri="{FF2B5EF4-FFF2-40B4-BE49-F238E27FC236}">
                <a16:creationId xmlns:a16="http://schemas.microsoft.com/office/drawing/2014/main" id="{96411107-3FA8-DE38-7029-2D7098FC0896}"/>
              </a:ext>
            </a:extLst>
          </p:cNvPr>
          <p:cNvSpPr/>
          <p:nvPr userDrawn="1"/>
        </p:nvSpPr>
        <p:spPr>
          <a:xfrm>
            <a:off x="0" y="1"/>
            <a:ext cx="12188826" cy="14463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1219048" latinLnBrk="1"/>
            <a:endParaRPr lang="en-US" sz="2400"/>
          </a:p>
        </p:txBody>
      </p:sp>
      <p:sp>
        <p:nvSpPr>
          <p:cNvPr id="34" name="그림 개체 틀 3">
            <a:extLst>
              <a:ext uri="{FF2B5EF4-FFF2-40B4-BE49-F238E27FC236}">
                <a16:creationId xmlns:a16="http://schemas.microsoft.com/office/drawing/2014/main" id="{E06E6FAE-1C79-16CF-6157-841EFE82B9D0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199957" y="0"/>
            <a:ext cx="3996000" cy="3420000"/>
          </a:xfrm>
          <a:prstGeom prst="rect">
            <a:avLst/>
          </a:prstGeo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457143" indent="-457143" algn="ctr">
              <a:buNone/>
              <a:defRPr lang="ko-KR" altLang="en-US" sz="1000" kern="1200" baseline="0" dirty="0">
                <a:solidFill>
                  <a:srgbClr val="0E1D29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219048" rtl="0" eaLnBrk="1" latinLnBrk="1" hangingPunct="1">
              <a:spcBef>
                <a:spcPct val="20000"/>
              </a:spcBef>
            </a:pPr>
            <a:r>
              <a:rPr lang="en-US" altLang="ko-KR"/>
              <a:t>Insert Image</a:t>
            </a:r>
            <a:endParaRPr lang="ko-KR" alt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DBC3682-FBAD-2649-6FEC-316D8069F602}"/>
              </a:ext>
            </a:extLst>
          </p:cNvPr>
          <p:cNvCxnSpPr>
            <a:cxnSpLocks/>
          </p:cNvCxnSpPr>
          <p:nvPr userDrawn="1"/>
        </p:nvCxnSpPr>
        <p:spPr>
          <a:xfrm>
            <a:off x="588094" y="2902040"/>
            <a:ext cx="237379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C54755E-056C-5874-8C80-B0D2B06C0443}"/>
              </a:ext>
            </a:extLst>
          </p:cNvPr>
          <p:cNvCxnSpPr>
            <a:cxnSpLocks/>
          </p:cNvCxnSpPr>
          <p:nvPr userDrawn="1"/>
        </p:nvCxnSpPr>
        <p:spPr>
          <a:xfrm>
            <a:off x="3448960" y="2902040"/>
            <a:ext cx="427480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E3ABD27-F1B7-A367-0B30-0DCB0E0E9F49}"/>
              </a:ext>
            </a:extLst>
          </p:cNvPr>
          <p:cNvSpPr txBox="1"/>
          <p:nvPr userDrawn="1"/>
        </p:nvSpPr>
        <p:spPr>
          <a:xfrm>
            <a:off x="3448960" y="3010340"/>
            <a:ext cx="3171160" cy="1662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lvl="0" indent="0">
              <a:lnSpc>
                <a:spcPct val="90000"/>
              </a:lnSpc>
              <a:spcBef>
                <a:spcPts val="1000"/>
              </a:spcBef>
              <a:buFontTx/>
              <a:buNone/>
              <a:defRPr sz="1200" b="1">
                <a:solidFill>
                  <a:schemeClr val="accent4"/>
                </a:solidFill>
                <a:latin typeface="+mj-lt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Tx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Tx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Tx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Tx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GB" sz="1200">
                <a:solidFill>
                  <a:schemeClr val="accent1"/>
                </a:solidFill>
                <a:latin typeface="+mn-lt"/>
              </a:rPr>
              <a:t>THE RESULT</a:t>
            </a:r>
            <a:endParaRPr lang="en-ZA" sz="120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A05C9E-B5E9-08A5-3BF5-16F545BCE9BF}"/>
              </a:ext>
            </a:extLst>
          </p:cNvPr>
          <p:cNvSpPr txBox="1"/>
          <p:nvPr userDrawn="1"/>
        </p:nvSpPr>
        <p:spPr>
          <a:xfrm>
            <a:off x="588095" y="3004187"/>
            <a:ext cx="2478134" cy="1662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lvl="0" indent="0">
              <a:lnSpc>
                <a:spcPct val="90000"/>
              </a:lnSpc>
              <a:spcBef>
                <a:spcPts val="1000"/>
              </a:spcBef>
              <a:buFontTx/>
              <a:buNone/>
              <a:defRPr sz="1200" b="1">
                <a:solidFill>
                  <a:schemeClr val="accent4"/>
                </a:solidFill>
                <a:latin typeface="+mj-lt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Tx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Tx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Tx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Tx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GB" sz="1200">
                <a:solidFill>
                  <a:schemeClr val="accent1"/>
                </a:solidFill>
                <a:latin typeface="+mn-lt"/>
              </a:rPr>
              <a:t>OUR SOLUTION</a:t>
            </a:r>
            <a:endParaRPr lang="en-ZA" sz="120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31E738D5-B290-3E1C-6C0F-95B1A00FAC5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448959" y="3356735"/>
            <a:ext cx="4274808" cy="11435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577" indent="-228577">
              <a:lnSpc>
                <a:spcPts val="1500"/>
              </a:lnSpc>
              <a:spcBef>
                <a:spcPts val="0"/>
              </a:spcBef>
              <a:buFont typeface="Calibri" panose="020F0502020204030204" pitchFamily="34" charset="0"/>
              <a:buChar char="+"/>
              <a:defRPr sz="1100">
                <a:solidFill>
                  <a:schemeClr val="tx1"/>
                </a:solidFill>
                <a:latin typeface="+mn-lt"/>
              </a:defRPr>
            </a:lvl1pPr>
            <a:lvl2pPr>
              <a:lnSpc>
                <a:spcPts val="1600"/>
              </a:lnSpc>
              <a:defRPr sz="1050">
                <a:solidFill>
                  <a:schemeClr val="accent5"/>
                </a:solidFill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/>
              <a:t>Sales uplift by XXX</a:t>
            </a:r>
          </a:p>
          <a:p>
            <a:pPr lvl="0"/>
            <a:r>
              <a:rPr lang="en-GB" noProof="0"/>
              <a:t>Efficiency</a:t>
            </a:r>
          </a:p>
          <a:p>
            <a:pPr lvl="0"/>
            <a:r>
              <a:rPr lang="en-GB" noProof="0"/>
              <a:t>XXX number of shoppers engaged with and converted</a:t>
            </a:r>
          </a:p>
          <a:p>
            <a:pPr lvl="0"/>
            <a:r>
              <a:rPr lang="en-GB" noProof="0"/>
              <a:t>XX% decrease in lost sales</a:t>
            </a:r>
          </a:p>
          <a:p>
            <a:pPr lvl="0"/>
            <a:r>
              <a:rPr lang="en-GB" noProof="0"/>
              <a:t>XXX increase in KPIs met</a:t>
            </a:r>
          </a:p>
          <a:p>
            <a:pPr lvl="0"/>
            <a:r>
              <a:rPr lang="en-GB" noProof="0"/>
              <a:t>Speed to shelf against benchmark</a:t>
            </a:r>
          </a:p>
        </p:txBody>
      </p:sp>
      <p:sp>
        <p:nvSpPr>
          <p:cNvPr id="41" name="그림 개체 틀 3">
            <a:extLst>
              <a:ext uri="{FF2B5EF4-FFF2-40B4-BE49-F238E27FC236}">
                <a16:creationId xmlns:a16="http://schemas.microsoft.com/office/drawing/2014/main" id="{3F9A1033-E038-C5F5-A6EC-C552D2363BBE}"/>
              </a:ext>
            </a:extLst>
          </p:cNvPr>
          <p:cNvSpPr>
            <a:spLocks noGrp="1" noChangeAspect="1"/>
          </p:cNvSpPr>
          <p:nvPr>
            <p:ph type="pic" sz="quarter" idx="46" hasCustomPrompt="1"/>
          </p:nvPr>
        </p:nvSpPr>
        <p:spPr>
          <a:xfrm>
            <a:off x="1166577" y="5049443"/>
            <a:ext cx="1216829" cy="12174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457143" indent="-457143" algn="ctr">
              <a:buNone/>
              <a:defRPr lang="ko-KR" altLang="en-US" sz="1100" kern="1200" baseline="0" dirty="0">
                <a:solidFill>
                  <a:srgbClr val="0E1D29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219048" rtl="0" eaLnBrk="1" latinLnBrk="1" hangingPunct="1">
              <a:spcBef>
                <a:spcPct val="20000"/>
              </a:spcBef>
            </a:pPr>
            <a:r>
              <a:rPr lang="en-US" altLang="ko-KR"/>
              <a:t>Client Logo</a:t>
            </a:r>
            <a:endParaRPr lang="ko-KR" altLang="en-US"/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8678C5CD-91B1-D1EE-3D99-644D287200E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2198" y="5309352"/>
            <a:ext cx="3975572" cy="347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400"/>
              </a:lnSpc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457154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2pPr>
            <a:lvl3pPr marL="914309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3pPr>
            <a:lvl4pPr marL="1371463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4pPr>
            <a:lvl5pPr marL="1828617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5pPr>
          </a:lstStyle>
          <a:p>
            <a:pPr lvl="0"/>
            <a:r>
              <a:rPr lang="en-GB" noProof="0"/>
              <a:t>Here is an amazing testimonial from a real person. Please insert a short quote from the client here. 3 lines maximum to fit nicely.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B977C7CA-F7CA-0053-38B7-EE42646D31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867" y="5246410"/>
            <a:ext cx="185713" cy="73671"/>
          </a:xfrm>
          <a:prstGeom prst="rect">
            <a:avLst/>
          </a:prstGeom>
        </p:spPr>
      </p:pic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1BED5B77-8369-054A-822D-688D3AF0A668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742198" y="5987765"/>
            <a:ext cx="3975572" cy="1077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FontTx/>
              <a:buNone/>
              <a:defRPr sz="700" b="0" spc="80" baseline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defRPr>
            </a:lvl1pPr>
            <a:lvl2pPr marL="457154" indent="0">
              <a:buFontTx/>
              <a:buNone/>
              <a:defRPr/>
            </a:lvl2pPr>
            <a:lvl3pPr marL="914309" indent="0">
              <a:buFontTx/>
              <a:buNone/>
              <a:defRPr/>
            </a:lvl3pPr>
            <a:lvl4pPr marL="1371463" indent="0">
              <a:buFontTx/>
              <a:buNone/>
              <a:defRPr/>
            </a:lvl4pPr>
            <a:lvl5pPr marL="1828617" indent="0">
              <a:buFontTx/>
              <a:buNone/>
              <a:defRPr/>
            </a:lvl5pPr>
          </a:lstStyle>
          <a:p>
            <a:pPr lvl="0"/>
            <a:r>
              <a:rPr lang="en-GB" noProof="0"/>
              <a:t>FULL NAME, TITLE</a:t>
            </a:r>
          </a:p>
        </p:txBody>
      </p:sp>
      <p:sp>
        <p:nvSpPr>
          <p:cNvPr id="45" name="Freeform 18">
            <a:extLst>
              <a:ext uri="{FF2B5EF4-FFF2-40B4-BE49-F238E27FC236}">
                <a16:creationId xmlns:a16="http://schemas.microsoft.com/office/drawing/2014/main" id="{6615C83B-75CF-8FD9-7651-836D2DE1A1CF}"/>
              </a:ext>
            </a:extLst>
          </p:cNvPr>
          <p:cNvSpPr>
            <a:spLocks/>
          </p:cNvSpPr>
          <p:nvPr userDrawn="1"/>
        </p:nvSpPr>
        <p:spPr bwMode="auto">
          <a:xfrm>
            <a:off x="3502819" y="5996960"/>
            <a:ext cx="62094" cy="63213"/>
          </a:xfrm>
          <a:custGeom>
            <a:avLst/>
            <a:gdLst>
              <a:gd name="T0" fmla="*/ 0 w 170"/>
              <a:gd name="T1" fmla="*/ 64 h 173"/>
              <a:gd name="T2" fmla="*/ 61 w 170"/>
              <a:gd name="T3" fmla="*/ 64 h 173"/>
              <a:gd name="T4" fmla="*/ 61 w 170"/>
              <a:gd name="T5" fmla="*/ 0 h 173"/>
              <a:gd name="T6" fmla="*/ 109 w 170"/>
              <a:gd name="T7" fmla="*/ 0 h 173"/>
              <a:gd name="T8" fmla="*/ 109 w 170"/>
              <a:gd name="T9" fmla="*/ 64 h 173"/>
              <a:gd name="T10" fmla="*/ 170 w 170"/>
              <a:gd name="T11" fmla="*/ 64 h 173"/>
              <a:gd name="T12" fmla="*/ 170 w 170"/>
              <a:gd name="T13" fmla="*/ 112 h 173"/>
              <a:gd name="T14" fmla="*/ 109 w 170"/>
              <a:gd name="T15" fmla="*/ 112 h 173"/>
              <a:gd name="T16" fmla="*/ 109 w 170"/>
              <a:gd name="T17" fmla="*/ 173 h 173"/>
              <a:gd name="T18" fmla="*/ 61 w 170"/>
              <a:gd name="T19" fmla="*/ 173 h 173"/>
              <a:gd name="T20" fmla="*/ 61 w 170"/>
              <a:gd name="T21" fmla="*/ 112 h 173"/>
              <a:gd name="T22" fmla="*/ 0 w 170"/>
              <a:gd name="T23" fmla="*/ 112 h 173"/>
              <a:gd name="T24" fmla="*/ 0 w 170"/>
              <a:gd name="T25" fmla="*/ 64 h 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70" h="173">
                <a:moveTo>
                  <a:pt x="0" y="64"/>
                </a:moveTo>
                <a:lnTo>
                  <a:pt x="61" y="64"/>
                </a:lnTo>
                <a:lnTo>
                  <a:pt x="61" y="0"/>
                </a:lnTo>
                <a:lnTo>
                  <a:pt x="109" y="0"/>
                </a:lnTo>
                <a:lnTo>
                  <a:pt x="109" y="64"/>
                </a:lnTo>
                <a:lnTo>
                  <a:pt x="170" y="64"/>
                </a:lnTo>
                <a:lnTo>
                  <a:pt x="170" y="112"/>
                </a:lnTo>
                <a:lnTo>
                  <a:pt x="109" y="112"/>
                </a:lnTo>
                <a:lnTo>
                  <a:pt x="109" y="173"/>
                </a:lnTo>
                <a:lnTo>
                  <a:pt x="61" y="173"/>
                </a:lnTo>
                <a:lnTo>
                  <a:pt x="61" y="112"/>
                </a:lnTo>
                <a:lnTo>
                  <a:pt x="0" y="112"/>
                </a:lnTo>
                <a:lnTo>
                  <a:pt x="0" y="6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endParaRPr lang="en-ZA" sz="2400">
              <a:solidFill>
                <a:schemeClr val="accent1">
                  <a:lumMod val="60000"/>
                  <a:lumOff val="40000"/>
                </a:schemeClr>
              </a:solidFill>
              <a:latin typeface="+mn-lt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013AF7F-11E4-C60F-8A42-64A47ABE1CE5}"/>
              </a:ext>
            </a:extLst>
          </p:cNvPr>
          <p:cNvGrpSpPr/>
          <p:nvPr userDrawn="1"/>
        </p:nvGrpSpPr>
        <p:grpSpPr>
          <a:xfrm>
            <a:off x="3444581" y="5410549"/>
            <a:ext cx="178572" cy="529666"/>
            <a:chOff x="3645694" y="5409296"/>
            <a:chExt cx="178595" cy="529543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5B11653-E156-7E7F-C027-970C9AE11B54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3734991" y="5414963"/>
              <a:ext cx="0" cy="523876"/>
            </a:xfrm>
            <a:prstGeom prst="line">
              <a:avLst/>
            </a:prstGeom>
            <a:ln>
              <a:solidFill>
                <a:schemeClr val="bg2">
                  <a:alpha val="3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CE31335-0544-583E-F5F7-B2F55A6DA6D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645694" y="5409296"/>
              <a:ext cx="178595" cy="0"/>
            </a:xfrm>
            <a:prstGeom prst="line">
              <a:avLst/>
            </a:prstGeom>
            <a:ln>
              <a:solidFill>
                <a:schemeClr val="bg2">
                  <a:alpha val="3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B3F93AA1-C00E-EE5C-9C15-AF9F24A7BD7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88094" y="2009144"/>
            <a:ext cx="7129679" cy="37317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154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2pPr>
            <a:lvl3pPr marL="914309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3pPr>
            <a:lvl4pPr marL="1371463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4pPr>
            <a:lvl5pPr marL="1828617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5pPr>
          </a:lstStyle>
          <a:p>
            <a:pPr lvl="0"/>
            <a:r>
              <a:rPr lang="en-GB" noProof="0"/>
              <a:t>A one paragraph summary of what the client was wanting to achieve. What did they ask us to do? A one paragraph summary of what the client was wanting to achieve. What did they ask us to do? Three lines maximum here.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872A8212-4692-ADAE-AF55-E8B7BF6551B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88094" y="3356735"/>
            <a:ext cx="2373795" cy="142154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ts val="1600"/>
              </a:lnSpc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154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2pPr>
            <a:lvl3pPr marL="914309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3pPr>
            <a:lvl4pPr marL="1371463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4pPr>
            <a:lvl5pPr marL="1828617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5pPr>
          </a:lstStyle>
          <a:p>
            <a:pPr marL="0" marR="0" lvl="0" indent="0" algn="l" defTabSz="914309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A one paragraph summary of the campaign background and results. It should be no longer than one paragraph. A one paragraph summary of the campaign background and results. It should be no longer than one paragraph. </a:t>
            </a:r>
          </a:p>
        </p:txBody>
      </p:sp>
      <p:sp>
        <p:nvSpPr>
          <p:cNvPr id="52" name="그림 개체 틀 3">
            <a:extLst>
              <a:ext uri="{FF2B5EF4-FFF2-40B4-BE49-F238E27FC236}">
                <a16:creationId xmlns:a16="http://schemas.microsoft.com/office/drawing/2014/main" id="{B4C724F6-07DC-7D26-FDA3-2DDB42FF5105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8199958" y="3420001"/>
            <a:ext cx="3990456" cy="3439588"/>
          </a:xfrm>
          <a:prstGeom prst="rect">
            <a:avLst/>
          </a:prstGeo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457143" indent="-457143" algn="ctr">
              <a:buNone/>
              <a:defRPr lang="ko-KR" altLang="en-US" sz="1000" kern="1200" baseline="0" dirty="0">
                <a:solidFill>
                  <a:srgbClr val="0E1D29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219048" rtl="0" eaLnBrk="1" latinLnBrk="1" hangingPunct="1">
              <a:spcBef>
                <a:spcPct val="20000"/>
              </a:spcBef>
            </a:pPr>
            <a:r>
              <a:rPr lang="en-US" altLang="ko-KR"/>
              <a:t>Insert Image</a:t>
            </a:r>
            <a:endParaRPr lang="ko-KR" altLang="en-US"/>
          </a:p>
        </p:txBody>
      </p:sp>
      <p:sp>
        <p:nvSpPr>
          <p:cNvPr id="57" name="Title Placeholder 1">
            <a:extLst>
              <a:ext uri="{FF2B5EF4-FFF2-40B4-BE49-F238E27FC236}">
                <a16:creationId xmlns:a16="http://schemas.microsoft.com/office/drawing/2014/main" id="{CE259CB7-27B7-B2A2-BC5A-D780B01D21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0569" y="413079"/>
            <a:ext cx="7687801" cy="938108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/>
            </a:lvl1pPr>
          </a:lstStyle>
          <a:p>
            <a:r>
              <a:rPr lang="en-US"/>
              <a:t>Short case study heading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978224F-5386-49E8-4B91-8BC810EC6ED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88095" y="1622034"/>
            <a:ext cx="6243569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FontTx/>
              <a:buNone/>
              <a:defRPr sz="800" b="1" spc="9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  <a:lvl2pPr marL="457154" indent="0">
              <a:buFontTx/>
              <a:buNone/>
              <a:defRPr/>
            </a:lvl2pPr>
            <a:lvl3pPr marL="914309" indent="0">
              <a:buFontTx/>
              <a:buNone/>
              <a:defRPr/>
            </a:lvl3pPr>
            <a:lvl4pPr marL="1371463" indent="0">
              <a:buFontTx/>
              <a:buNone/>
              <a:defRPr/>
            </a:lvl4pPr>
            <a:lvl5pPr marL="1828617" indent="0">
              <a:buFontTx/>
              <a:buNone/>
              <a:defRPr/>
            </a:lvl5pPr>
          </a:lstStyle>
          <a:p>
            <a:pPr lvl="0"/>
            <a:r>
              <a:rPr lang="en-GB" noProof="0"/>
              <a:t>COUNTRY | YEAR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22EA21-23CF-F55D-BA5B-CFC199D59BDF}"/>
              </a:ext>
            </a:extLst>
          </p:cNvPr>
          <p:cNvSpPr/>
          <p:nvPr userDrawn="1"/>
        </p:nvSpPr>
        <p:spPr>
          <a:xfrm>
            <a:off x="588094" y="1444738"/>
            <a:ext cx="1080000" cy="54000"/>
          </a:xfrm>
          <a:prstGeom prst="rect">
            <a:avLst/>
          </a:prstGeom>
          <a:solidFill>
            <a:srgbClr val="016F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endParaRPr lang="en-AU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E5D61CB-668F-7276-8225-D0E1806D2F06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197" y="155160"/>
            <a:ext cx="964800" cy="2308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43664C-024E-3384-8A66-3BC0E6A94FD0}"/>
              </a:ext>
            </a:extLst>
          </p:cNvPr>
          <p:cNvSpPr txBox="1"/>
          <p:nvPr userDrawn="1"/>
        </p:nvSpPr>
        <p:spPr>
          <a:xfrm>
            <a:off x="0" y="-242770"/>
            <a:ext cx="81387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The used logo used in the top left is a special version for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presentations only</a:t>
            </a:r>
            <a:r>
              <a:rPr lang="en-AU" sz="900" b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 its text is enlarged.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Copy the one on the Cover slide 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if needed for other purposes.</a:t>
            </a:r>
          </a:p>
        </p:txBody>
      </p:sp>
    </p:spTree>
    <p:extLst>
      <p:ext uri="{BB962C8B-B14F-4D97-AF65-F5344CB8AC3E}">
        <p14:creationId xmlns:p14="http://schemas.microsoft.com/office/powerpoint/2010/main" val="10702447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>
            <a:extLst>
              <a:ext uri="{FF2B5EF4-FFF2-40B4-BE49-F238E27FC236}">
                <a16:creationId xmlns:a16="http://schemas.microsoft.com/office/drawing/2014/main" id="{9BBC04DA-00A3-27B9-06FB-F56462688825}"/>
              </a:ext>
            </a:extLst>
          </p:cNvPr>
          <p:cNvSpPr/>
          <p:nvPr userDrawn="1"/>
        </p:nvSpPr>
        <p:spPr>
          <a:xfrm>
            <a:off x="-1" y="5049443"/>
            <a:ext cx="8199957" cy="12480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1219048" latinLnBrk="1"/>
            <a:endParaRPr lang="en-US" sz="2400">
              <a:latin typeface="+mn-lt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3F7BA55-8D68-B5FD-4EAA-E551D2160F8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8094" y="4451713"/>
            <a:ext cx="2373796" cy="1845770"/>
          </a:xfrm>
          <a:custGeom>
            <a:avLst/>
            <a:gdLst>
              <a:gd name="connsiteX0" fmla="*/ 1186898 w 2373796"/>
              <a:gd name="connsiteY0" fmla="*/ 0 h 1845770"/>
              <a:gd name="connsiteX1" fmla="*/ 2373796 w 2373796"/>
              <a:gd name="connsiteY1" fmla="*/ 1187328 h 1845770"/>
              <a:gd name="connsiteX2" fmla="*/ 2230544 w 2373796"/>
              <a:gd name="connsiteY2" fmla="*/ 1753279 h 1845770"/>
              <a:gd name="connsiteX3" fmla="*/ 2174375 w 2373796"/>
              <a:gd name="connsiteY3" fmla="*/ 1845770 h 1845770"/>
              <a:gd name="connsiteX4" fmla="*/ 199421 w 2373796"/>
              <a:gd name="connsiteY4" fmla="*/ 1845770 h 1845770"/>
              <a:gd name="connsiteX5" fmla="*/ 143252 w 2373796"/>
              <a:gd name="connsiteY5" fmla="*/ 1753279 h 1845770"/>
              <a:gd name="connsiteX6" fmla="*/ 0 w 2373796"/>
              <a:gd name="connsiteY6" fmla="*/ 1187328 h 1845770"/>
              <a:gd name="connsiteX7" fmla="*/ 1186898 w 2373796"/>
              <a:gd name="connsiteY7" fmla="*/ 0 h 184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73796" h="1845770">
                <a:moveTo>
                  <a:pt x="1186898" y="0"/>
                </a:moveTo>
                <a:cubicBezTo>
                  <a:pt x="1842404" y="0"/>
                  <a:pt x="2373796" y="531585"/>
                  <a:pt x="2373796" y="1187328"/>
                </a:cubicBezTo>
                <a:cubicBezTo>
                  <a:pt x="2373796" y="1392248"/>
                  <a:pt x="2321902" y="1585043"/>
                  <a:pt x="2230544" y="1753279"/>
                </a:cubicBezTo>
                <a:lnTo>
                  <a:pt x="2174375" y="1845770"/>
                </a:lnTo>
                <a:lnTo>
                  <a:pt x="199421" y="1845770"/>
                </a:lnTo>
                <a:lnTo>
                  <a:pt x="143252" y="1753279"/>
                </a:lnTo>
                <a:cubicBezTo>
                  <a:pt x="51894" y="1585043"/>
                  <a:pt x="0" y="1392248"/>
                  <a:pt x="0" y="1187328"/>
                </a:cubicBezTo>
                <a:cubicBezTo>
                  <a:pt x="0" y="531585"/>
                  <a:pt x="531392" y="0"/>
                  <a:pt x="118689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  <a:noAutofit/>
          </a:bodyPr>
          <a:lstStyle/>
          <a:p>
            <a:endParaRPr lang="en-ZA" sz="2400">
              <a:latin typeface="+mn-lt"/>
            </a:endParaRPr>
          </a:p>
        </p:txBody>
      </p:sp>
      <p:sp>
        <p:nvSpPr>
          <p:cNvPr id="31" name="Rectangle 2">
            <a:extLst>
              <a:ext uri="{FF2B5EF4-FFF2-40B4-BE49-F238E27FC236}">
                <a16:creationId xmlns:a16="http://schemas.microsoft.com/office/drawing/2014/main" id="{96411107-3FA8-DE38-7029-2D7098FC0896}"/>
              </a:ext>
            </a:extLst>
          </p:cNvPr>
          <p:cNvSpPr/>
          <p:nvPr userDrawn="1"/>
        </p:nvSpPr>
        <p:spPr>
          <a:xfrm>
            <a:off x="0" y="1"/>
            <a:ext cx="12188826" cy="14463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1219048" latinLnBrk="1"/>
            <a:endParaRPr lang="en-US" sz="240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DBC3682-FBAD-2649-6FEC-316D8069F602}"/>
              </a:ext>
            </a:extLst>
          </p:cNvPr>
          <p:cNvCxnSpPr>
            <a:cxnSpLocks/>
          </p:cNvCxnSpPr>
          <p:nvPr userDrawn="1"/>
        </p:nvCxnSpPr>
        <p:spPr>
          <a:xfrm>
            <a:off x="588094" y="2902040"/>
            <a:ext cx="237379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C54755E-056C-5874-8C80-B0D2B06C0443}"/>
              </a:ext>
            </a:extLst>
          </p:cNvPr>
          <p:cNvCxnSpPr>
            <a:cxnSpLocks/>
          </p:cNvCxnSpPr>
          <p:nvPr userDrawn="1"/>
        </p:nvCxnSpPr>
        <p:spPr>
          <a:xfrm>
            <a:off x="3448960" y="2902040"/>
            <a:ext cx="427480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E3ABD27-F1B7-A367-0B30-0DCB0E0E9F49}"/>
              </a:ext>
            </a:extLst>
          </p:cNvPr>
          <p:cNvSpPr txBox="1"/>
          <p:nvPr userDrawn="1"/>
        </p:nvSpPr>
        <p:spPr>
          <a:xfrm>
            <a:off x="3448960" y="3010340"/>
            <a:ext cx="3171160" cy="1662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lvl="0" indent="0">
              <a:lnSpc>
                <a:spcPct val="90000"/>
              </a:lnSpc>
              <a:spcBef>
                <a:spcPts val="1000"/>
              </a:spcBef>
              <a:buFontTx/>
              <a:buNone/>
              <a:defRPr sz="1200" b="1">
                <a:solidFill>
                  <a:schemeClr val="accent4"/>
                </a:solidFill>
                <a:latin typeface="+mj-lt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Tx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Tx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Tx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Tx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GB" sz="1200">
                <a:solidFill>
                  <a:schemeClr val="accent1"/>
                </a:solidFill>
                <a:latin typeface="+mn-lt"/>
              </a:rPr>
              <a:t>THE RESULT</a:t>
            </a:r>
            <a:endParaRPr lang="en-ZA" sz="120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A05C9E-B5E9-08A5-3BF5-16F545BCE9BF}"/>
              </a:ext>
            </a:extLst>
          </p:cNvPr>
          <p:cNvSpPr txBox="1"/>
          <p:nvPr userDrawn="1"/>
        </p:nvSpPr>
        <p:spPr>
          <a:xfrm>
            <a:off x="588095" y="3004187"/>
            <a:ext cx="2478134" cy="1662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lvl="0" indent="0">
              <a:lnSpc>
                <a:spcPct val="90000"/>
              </a:lnSpc>
              <a:spcBef>
                <a:spcPts val="1000"/>
              </a:spcBef>
              <a:buFontTx/>
              <a:buNone/>
              <a:defRPr sz="1200" b="1">
                <a:solidFill>
                  <a:schemeClr val="accent4"/>
                </a:solidFill>
                <a:latin typeface="+mj-lt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Tx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Tx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Tx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Tx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GB" sz="1200">
                <a:solidFill>
                  <a:schemeClr val="accent1"/>
                </a:solidFill>
                <a:latin typeface="+mn-lt"/>
              </a:rPr>
              <a:t>OUR SOLUTION</a:t>
            </a:r>
            <a:endParaRPr lang="en-ZA" sz="120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31E738D5-B290-3E1C-6C0F-95B1A00FAC5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448959" y="3356735"/>
            <a:ext cx="4274808" cy="11435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577" indent="-228577">
              <a:lnSpc>
                <a:spcPts val="1500"/>
              </a:lnSpc>
              <a:spcBef>
                <a:spcPts val="0"/>
              </a:spcBef>
              <a:buFont typeface="Calibri" panose="020F0502020204030204" pitchFamily="34" charset="0"/>
              <a:buChar char="+"/>
              <a:defRPr sz="1100">
                <a:solidFill>
                  <a:schemeClr val="tx1"/>
                </a:solidFill>
                <a:latin typeface="+mn-lt"/>
              </a:defRPr>
            </a:lvl1pPr>
            <a:lvl2pPr>
              <a:lnSpc>
                <a:spcPts val="1600"/>
              </a:lnSpc>
              <a:defRPr sz="1050">
                <a:solidFill>
                  <a:schemeClr val="accent5"/>
                </a:solidFill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/>
              <a:t>Sales uplift by XXX</a:t>
            </a:r>
          </a:p>
          <a:p>
            <a:pPr lvl="0"/>
            <a:r>
              <a:rPr lang="en-GB" noProof="0"/>
              <a:t>Efficiency</a:t>
            </a:r>
          </a:p>
          <a:p>
            <a:pPr lvl="0"/>
            <a:r>
              <a:rPr lang="en-GB" noProof="0"/>
              <a:t>XXX number of shoppers engaged with and converted</a:t>
            </a:r>
          </a:p>
          <a:p>
            <a:pPr lvl="0"/>
            <a:r>
              <a:rPr lang="en-GB" noProof="0"/>
              <a:t>XX% decrease in lost sales</a:t>
            </a:r>
          </a:p>
          <a:p>
            <a:pPr lvl="0"/>
            <a:r>
              <a:rPr lang="en-GB" noProof="0"/>
              <a:t>XXX increase in KPIs met</a:t>
            </a:r>
          </a:p>
          <a:p>
            <a:pPr lvl="0"/>
            <a:r>
              <a:rPr lang="en-GB" noProof="0"/>
              <a:t>Speed to shelf against benchmark</a:t>
            </a:r>
          </a:p>
        </p:txBody>
      </p:sp>
      <p:sp>
        <p:nvSpPr>
          <p:cNvPr id="41" name="그림 개체 틀 3">
            <a:extLst>
              <a:ext uri="{FF2B5EF4-FFF2-40B4-BE49-F238E27FC236}">
                <a16:creationId xmlns:a16="http://schemas.microsoft.com/office/drawing/2014/main" id="{3F9A1033-E038-C5F5-A6EC-C552D2363BBE}"/>
              </a:ext>
            </a:extLst>
          </p:cNvPr>
          <p:cNvSpPr>
            <a:spLocks noGrp="1" noChangeAspect="1"/>
          </p:cNvSpPr>
          <p:nvPr>
            <p:ph type="pic" sz="quarter" idx="46" hasCustomPrompt="1"/>
          </p:nvPr>
        </p:nvSpPr>
        <p:spPr>
          <a:xfrm>
            <a:off x="1166577" y="5049443"/>
            <a:ext cx="1216829" cy="12174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457143" indent="-457143" algn="ctr">
              <a:buNone/>
              <a:defRPr lang="ko-KR" altLang="en-US" sz="1100" kern="1200" baseline="0" dirty="0">
                <a:solidFill>
                  <a:srgbClr val="0E1D29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219048" rtl="0" eaLnBrk="1" latinLnBrk="1" hangingPunct="1">
              <a:spcBef>
                <a:spcPct val="20000"/>
              </a:spcBef>
            </a:pPr>
            <a:r>
              <a:rPr lang="en-US" altLang="ko-KR"/>
              <a:t>Client Logo</a:t>
            </a:r>
            <a:endParaRPr lang="ko-KR" altLang="en-US"/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B3F93AA1-C00E-EE5C-9C15-AF9F24A7BD7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88094" y="2009144"/>
            <a:ext cx="7129679" cy="37317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154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2pPr>
            <a:lvl3pPr marL="914309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3pPr>
            <a:lvl4pPr marL="1371463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4pPr>
            <a:lvl5pPr marL="1828617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5pPr>
          </a:lstStyle>
          <a:p>
            <a:pPr lvl="0"/>
            <a:r>
              <a:rPr lang="en-GB" noProof="0"/>
              <a:t>A one paragraph summary of what the client was wanting to achieve. What did they ask us to do? A one paragraph summary of what the client was wanting to achieve. What did they ask us to do? Three lines maximum here.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872A8212-4692-ADAE-AF55-E8B7BF6551B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88094" y="3356735"/>
            <a:ext cx="2373795" cy="142154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ts val="1600"/>
              </a:lnSpc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154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2pPr>
            <a:lvl3pPr marL="914309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3pPr>
            <a:lvl4pPr marL="1371463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4pPr>
            <a:lvl5pPr marL="1828617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5pPr>
          </a:lstStyle>
          <a:p>
            <a:pPr marL="0" marR="0" lvl="0" indent="0" algn="l" defTabSz="914309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A one paragraph summary of the campaign background and results. It should be no longer than one paragraph. A one paragraph summary of the campaign background and results. It should be no longer than one paragraph. </a:t>
            </a:r>
          </a:p>
        </p:txBody>
      </p:sp>
      <p:sp>
        <p:nvSpPr>
          <p:cNvPr id="3" name="그림 개체 틀 3">
            <a:extLst>
              <a:ext uri="{FF2B5EF4-FFF2-40B4-BE49-F238E27FC236}">
                <a16:creationId xmlns:a16="http://schemas.microsoft.com/office/drawing/2014/main" id="{DA180A8A-255B-25A4-2844-353BB17B3A2D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199957" y="0"/>
            <a:ext cx="3990456" cy="6859588"/>
          </a:xfrm>
          <a:prstGeom prst="rect">
            <a:avLst/>
          </a:prstGeo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457143" indent="-457143" algn="ctr">
              <a:buNone/>
              <a:defRPr lang="ko-KR" altLang="en-US" sz="1000" kern="1200" baseline="0" dirty="0">
                <a:solidFill>
                  <a:srgbClr val="0E1D29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219048" rtl="0" eaLnBrk="1" latinLnBrk="1" hangingPunct="1">
              <a:spcBef>
                <a:spcPct val="20000"/>
              </a:spcBef>
            </a:pPr>
            <a:r>
              <a:rPr lang="en-US" altLang="ko-KR"/>
              <a:t>Insert Image</a:t>
            </a:r>
            <a:endParaRPr lang="ko-KR" alt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91D326A1-0B76-B719-0226-364A1EFFA2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0569" y="413079"/>
            <a:ext cx="7687801" cy="938108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/>
            </a:lvl1pPr>
          </a:lstStyle>
          <a:p>
            <a:r>
              <a:rPr lang="en-US"/>
              <a:t>Short case study heading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6A88D19-482F-0873-665C-5BDE655B13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2198" y="5309352"/>
            <a:ext cx="3975572" cy="347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400"/>
              </a:lnSpc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457154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2pPr>
            <a:lvl3pPr marL="914309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3pPr>
            <a:lvl4pPr marL="1371463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4pPr>
            <a:lvl5pPr marL="1828617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5pPr>
          </a:lstStyle>
          <a:p>
            <a:pPr lvl="0"/>
            <a:r>
              <a:rPr lang="en-GB" noProof="0"/>
              <a:t>Here is an amazing testimonial from a real person. Please insert a short quote from the client here. 3 lines maximum to fit nicely.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AAE7D8-DAF4-7ED1-5442-ECC65593BF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867" y="5246410"/>
            <a:ext cx="185713" cy="73671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F74D727-1BC4-A2D4-6460-29C24BB60A3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742198" y="5987765"/>
            <a:ext cx="3975572" cy="1077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FontTx/>
              <a:buNone/>
              <a:defRPr sz="700" b="0" spc="80" baseline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defRPr>
            </a:lvl1pPr>
            <a:lvl2pPr marL="457154" indent="0">
              <a:buFontTx/>
              <a:buNone/>
              <a:defRPr/>
            </a:lvl2pPr>
            <a:lvl3pPr marL="914309" indent="0">
              <a:buFontTx/>
              <a:buNone/>
              <a:defRPr/>
            </a:lvl3pPr>
            <a:lvl4pPr marL="1371463" indent="0">
              <a:buFontTx/>
              <a:buNone/>
              <a:defRPr/>
            </a:lvl4pPr>
            <a:lvl5pPr marL="1828617" indent="0">
              <a:buFontTx/>
              <a:buNone/>
              <a:defRPr/>
            </a:lvl5pPr>
          </a:lstStyle>
          <a:p>
            <a:pPr lvl="0"/>
            <a:r>
              <a:rPr lang="en-GB" noProof="0"/>
              <a:t>FULL NAME, TITLE</a:t>
            </a:r>
          </a:p>
        </p:txBody>
      </p:sp>
      <p:sp>
        <p:nvSpPr>
          <p:cNvPr id="8" name="Freeform 18">
            <a:extLst>
              <a:ext uri="{FF2B5EF4-FFF2-40B4-BE49-F238E27FC236}">
                <a16:creationId xmlns:a16="http://schemas.microsoft.com/office/drawing/2014/main" id="{B877952C-36E2-1B71-806A-BE6700470348}"/>
              </a:ext>
            </a:extLst>
          </p:cNvPr>
          <p:cNvSpPr>
            <a:spLocks/>
          </p:cNvSpPr>
          <p:nvPr userDrawn="1"/>
        </p:nvSpPr>
        <p:spPr bwMode="auto">
          <a:xfrm>
            <a:off x="3502819" y="5996960"/>
            <a:ext cx="62094" cy="63213"/>
          </a:xfrm>
          <a:custGeom>
            <a:avLst/>
            <a:gdLst>
              <a:gd name="T0" fmla="*/ 0 w 170"/>
              <a:gd name="T1" fmla="*/ 64 h 173"/>
              <a:gd name="T2" fmla="*/ 61 w 170"/>
              <a:gd name="T3" fmla="*/ 64 h 173"/>
              <a:gd name="T4" fmla="*/ 61 w 170"/>
              <a:gd name="T5" fmla="*/ 0 h 173"/>
              <a:gd name="T6" fmla="*/ 109 w 170"/>
              <a:gd name="T7" fmla="*/ 0 h 173"/>
              <a:gd name="T8" fmla="*/ 109 w 170"/>
              <a:gd name="T9" fmla="*/ 64 h 173"/>
              <a:gd name="T10" fmla="*/ 170 w 170"/>
              <a:gd name="T11" fmla="*/ 64 h 173"/>
              <a:gd name="T12" fmla="*/ 170 w 170"/>
              <a:gd name="T13" fmla="*/ 112 h 173"/>
              <a:gd name="T14" fmla="*/ 109 w 170"/>
              <a:gd name="T15" fmla="*/ 112 h 173"/>
              <a:gd name="T16" fmla="*/ 109 w 170"/>
              <a:gd name="T17" fmla="*/ 173 h 173"/>
              <a:gd name="T18" fmla="*/ 61 w 170"/>
              <a:gd name="T19" fmla="*/ 173 h 173"/>
              <a:gd name="T20" fmla="*/ 61 w 170"/>
              <a:gd name="T21" fmla="*/ 112 h 173"/>
              <a:gd name="T22" fmla="*/ 0 w 170"/>
              <a:gd name="T23" fmla="*/ 112 h 173"/>
              <a:gd name="T24" fmla="*/ 0 w 170"/>
              <a:gd name="T25" fmla="*/ 64 h 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70" h="173">
                <a:moveTo>
                  <a:pt x="0" y="64"/>
                </a:moveTo>
                <a:lnTo>
                  <a:pt x="61" y="64"/>
                </a:lnTo>
                <a:lnTo>
                  <a:pt x="61" y="0"/>
                </a:lnTo>
                <a:lnTo>
                  <a:pt x="109" y="0"/>
                </a:lnTo>
                <a:lnTo>
                  <a:pt x="109" y="64"/>
                </a:lnTo>
                <a:lnTo>
                  <a:pt x="170" y="64"/>
                </a:lnTo>
                <a:lnTo>
                  <a:pt x="170" y="112"/>
                </a:lnTo>
                <a:lnTo>
                  <a:pt x="109" y="112"/>
                </a:lnTo>
                <a:lnTo>
                  <a:pt x="109" y="173"/>
                </a:lnTo>
                <a:lnTo>
                  <a:pt x="61" y="173"/>
                </a:lnTo>
                <a:lnTo>
                  <a:pt x="61" y="112"/>
                </a:lnTo>
                <a:lnTo>
                  <a:pt x="0" y="112"/>
                </a:lnTo>
                <a:lnTo>
                  <a:pt x="0" y="6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endParaRPr lang="en-ZA" sz="2400">
              <a:solidFill>
                <a:schemeClr val="accent1">
                  <a:lumMod val="60000"/>
                  <a:lumOff val="40000"/>
                </a:schemeClr>
              </a:solidFill>
              <a:latin typeface="+mn-lt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EF6814A-1579-86E3-1C62-9501AB47B9EF}"/>
              </a:ext>
            </a:extLst>
          </p:cNvPr>
          <p:cNvGrpSpPr/>
          <p:nvPr userDrawn="1"/>
        </p:nvGrpSpPr>
        <p:grpSpPr>
          <a:xfrm>
            <a:off x="3444581" y="5410549"/>
            <a:ext cx="178572" cy="529666"/>
            <a:chOff x="3645694" y="5409296"/>
            <a:chExt cx="178595" cy="529543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E129372-C2AC-FBA0-3274-3213BAC906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3734991" y="5414963"/>
              <a:ext cx="0" cy="523876"/>
            </a:xfrm>
            <a:prstGeom prst="line">
              <a:avLst/>
            </a:prstGeom>
            <a:ln>
              <a:solidFill>
                <a:schemeClr val="bg2">
                  <a:alpha val="3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291E7C0-49FB-667A-597E-C4B982FE7F2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645694" y="5409296"/>
              <a:ext cx="178595" cy="0"/>
            </a:xfrm>
            <a:prstGeom prst="line">
              <a:avLst/>
            </a:prstGeom>
            <a:ln>
              <a:solidFill>
                <a:schemeClr val="bg2">
                  <a:alpha val="3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010A14C-4210-ACFE-1DFA-55B78E2CF8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88095" y="1622034"/>
            <a:ext cx="6243569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FontTx/>
              <a:buNone/>
              <a:defRPr sz="800" b="1" spc="9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  <a:lvl2pPr marL="457154" indent="0">
              <a:buFontTx/>
              <a:buNone/>
              <a:defRPr/>
            </a:lvl2pPr>
            <a:lvl3pPr marL="914309" indent="0">
              <a:buFontTx/>
              <a:buNone/>
              <a:defRPr/>
            </a:lvl3pPr>
            <a:lvl4pPr marL="1371463" indent="0">
              <a:buFontTx/>
              <a:buNone/>
              <a:defRPr/>
            </a:lvl4pPr>
            <a:lvl5pPr marL="1828617" indent="0">
              <a:buFontTx/>
              <a:buNone/>
              <a:defRPr/>
            </a:lvl5pPr>
          </a:lstStyle>
          <a:p>
            <a:pPr lvl="0"/>
            <a:r>
              <a:rPr lang="en-GB" noProof="0"/>
              <a:t>COUNTRY | YEAR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F503D8-2084-9581-B317-85DF2318C270}"/>
              </a:ext>
            </a:extLst>
          </p:cNvPr>
          <p:cNvSpPr/>
          <p:nvPr userDrawn="1"/>
        </p:nvSpPr>
        <p:spPr>
          <a:xfrm>
            <a:off x="588094" y="1444738"/>
            <a:ext cx="1080000" cy="54000"/>
          </a:xfrm>
          <a:prstGeom prst="rect">
            <a:avLst/>
          </a:prstGeom>
          <a:solidFill>
            <a:srgbClr val="016F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endParaRPr lang="en-AU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4A1349F-891B-C1B3-418C-DE45C25BCB6C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197" y="155160"/>
            <a:ext cx="964800" cy="23088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765136C-0720-6951-92F4-0907C155407E}"/>
              </a:ext>
            </a:extLst>
          </p:cNvPr>
          <p:cNvSpPr txBox="1"/>
          <p:nvPr userDrawn="1"/>
        </p:nvSpPr>
        <p:spPr>
          <a:xfrm>
            <a:off x="0" y="-242770"/>
            <a:ext cx="81387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The used logo used in the top left is a special version for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presentations only</a:t>
            </a:r>
            <a:r>
              <a:rPr lang="en-AU" sz="900" b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 its text is enlarged.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Copy the one on the Cover slide 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if needed for other purposes.</a:t>
            </a:r>
          </a:p>
        </p:txBody>
      </p:sp>
    </p:spTree>
    <p:extLst>
      <p:ext uri="{BB962C8B-B14F-4D97-AF65-F5344CB8AC3E}">
        <p14:creationId xmlns:p14="http://schemas.microsoft.com/office/powerpoint/2010/main" val="8600053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 descr="Want to do more cross-category merchandising? Start with these 9 ideas |  Supermarket News">
            <a:extLst>
              <a:ext uri="{FF2B5EF4-FFF2-40B4-BE49-F238E27FC236}">
                <a16:creationId xmlns:a16="http://schemas.microsoft.com/office/drawing/2014/main" id="{4FAE90C3-014C-6E0F-5D06-8DAC4E9C48D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flipH="1"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" name="Freeform 5">
            <a:extLst>
              <a:ext uri="{FF2B5EF4-FFF2-40B4-BE49-F238E27FC236}">
                <a16:creationId xmlns:a16="http://schemas.microsoft.com/office/drawing/2014/main" id="{8512829B-5AAA-3F47-781E-D07E80031AB0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728546" y="514469"/>
            <a:ext cx="5895202" cy="5898928"/>
          </a:xfrm>
          <a:custGeom>
            <a:avLst/>
            <a:gdLst>
              <a:gd name="T0" fmla="*/ 0 w 3709"/>
              <a:gd name="T1" fmla="*/ 0 h 3709"/>
              <a:gd name="T2" fmla="*/ 0 w 3709"/>
              <a:gd name="T3" fmla="*/ 3709 h 3709"/>
              <a:gd name="T4" fmla="*/ 3709 w 3709"/>
              <a:gd name="T5" fmla="*/ 3709 h 3709"/>
              <a:gd name="T6" fmla="*/ 3709 w 3709"/>
              <a:gd name="T7" fmla="*/ 0 h 3709"/>
              <a:gd name="T8" fmla="*/ 0 w 3709"/>
              <a:gd name="T9" fmla="*/ 0 h 3709"/>
              <a:gd name="T10" fmla="*/ 942 w 3709"/>
              <a:gd name="T11" fmla="*/ 3406 h 3709"/>
              <a:gd name="T12" fmla="*/ 305 w 3709"/>
              <a:gd name="T13" fmla="*/ 2769 h 3709"/>
              <a:gd name="T14" fmla="*/ 942 w 3709"/>
              <a:gd name="T15" fmla="*/ 2133 h 3709"/>
              <a:gd name="T16" fmla="*/ 1578 w 3709"/>
              <a:gd name="T17" fmla="*/ 2769 h 3709"/>
              <a:gd name="T18" fmla="*/ 942 w 3709"/>
              <a:gd name="T19" fmla="*/ 3406 h 37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709" h="3709">
                <a:moveTo>
                  <a:pt x="0" y="0"/>
                </a:moveTo>
                <a:cubicBezTo>
                  <a:pt x="0" y="3709"/>
                  <a:pt x="0" y="3709"/>
                  <a:pt x="0" y="3709"/>
                </a:cubicBezTo>
                <a:cubicBezTo>
                  <a:pt x="3709" y="3709"/>
                  <a:pt x="3709" y="3709"/>
                  <a:pt x="3709" y="3709"/>
                </a:cubicBezTo>
                <a:cubicBezTo>
                  <a:pt x="3709" y="0"/>
                  <a:pt x="3709" y="0"/>
                  <a:pt x="3709" y="0"/>
                </a:cubicBezTo>
                <a:lnTo>
                  <a:pt x="0" y="0"/>
                </a:lnTo>
                <a:close/>
                <a:moveTo>
                  <a:pt x="942" y="3406"/>
                </a:moveTo>
                <a:cubicBezTo>
                  <a:pt x="590" y="3406"/>
                  <a:pt x="305" y="3121"/>
                  <a:pt x="305" y="2769"/>
                </a:cubicBezTo>
                <a:cubicBezTo>
                  <a:pt x="305" y="2418"/>
                  <a:pt x="590" y="2133"/>
                  <a:pt x="942" y="2133"/>
                </a:cubicBezTo>
                <a:cubicBezTo>
                  <a:pt x="1293" y="2133"/>
                  <a:pt x="1578" y="2418"/>
                  <a:pt x="1578" y="2769"/>
                </a:cubicBezTo>
                <a:cubicBezTo>
                  <a:pt x="1578" y="3121"/>
                  <a:pt x="1293" y="3406"/>
                  <a:pt x="942" y="3406"/>
                </a:cubicBezTo>
                <a:close/>
              </a:path>
            </a:pathLst>
          </a:custGeom>
          <a:solidFill>
            <a:srgbClr val="0E1D29">
              <a:alpha val="95000"/>
            </a:srgbClr>
          </a:solidFill>
          <a:ln>
            <a:noFill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endParaRPr lang="en-ZA" sz="2400"/>
          </a:p>
        </p:txBody>
      </p:sp>
      <p:sp>
        <p:nvSpPr>
          <p:cNvPr id="68" name="Oval 6">
            <a:extLst>
              <a:ext uri="{FF2B5EF4-FFF2-40B4-BE49-F238E27FC236}">
                <a16:creationId xmlns:a16="http://schemas.microsoft.com/office/drawing/2014/main" id="{CEA35367-D90D-A868-EC3D-01AA5B882C1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335428" y="4029605"/>
            <a:ext cx="1779232" cy="1779876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endParaRPr lang="en-ZA" sz="2400">
              <a:latin typeface="+mn-lt"/>
            </a:endParaRPr>
          </a:p>
        </p:txBody>
      </p:sp>
      <p:sp>
        <p:nvSpPr>
          <p:cNvPr id="70" name="그림 개체 틀 3">
            <a:extLst>
              <a:ext uri="{FF2B5EF4-FFF2-40B4-BE49-F238E27FC236}">
                <a16:creationId xmlns:a16="http://schemas.microsoft.com/office/drawing/2014/main" id="{6F3A735A-BDA4-D729-47FF-31BAC49A3840}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6685870" y="4376752"/>
            <a:ext cx="1064887" cy="10654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457143" indent="-457143" algn="ctr">
              <a:buNone/>
              <a:defRPr lang="ko-KR" altLang="en-US" sz="1100" kern="1200" baseline="0" dirty="0">
                <a:solidFill>
                  <a:srgbClr val="0E1D29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219048" rtl="0" eaLnBrk="1" latinLnBrk="1" hangingPunct="1">
              <a:spcBef>
                <a:spcPct val="20000"/>
              </a:spcBef>
            </a:pPr>
            <a:r>
              <a:rPr lang="en-US" altLang="ko-KR"/>
              <a:t>Client Logo</a:t>
            </a:r>
            <a:endParaRPr lang="ko-KR" altLang="en-US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1C5C4EF8-0736-8C19-61E4-E915FEC0D795}"/>
              </a:ext>
            </a:extLst>
          </p:cNvPr>
          <p:cNvCxnSpPr>
            <a:cxnSpLocks/>
          </p:cNvCxnSpPr>
          <p:nvPr userDrawn="1"/>
        </p:nvCxnSpPr>
        <p:spPr>
          <a:xfrm>
            <a:off x="6224577" y="3492727"/>
            <a:ext cx="4954733" cy="0"/>
          </a:xfrm>
          <a:prstGeom prst="line">
            <a:avLst/>
          </a:prstGeom>
          <a:ln w="12700">
            <a:solidFill>
              <a:schemeClr val="tx1">
                <a:lumMod val="75000"/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 Placeholder 3">
            <a:extLst>
              <a:ext uri="{FF2B5EF4-FFF2-40B4-BE49-F238E27FC236}">
                <a16:creationId xmlns:a16="http://schemas.microsoft.com/office/drawing/2014/main" id="{4919331C-B2A7-91A4-138C-6F00E57D235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645992" y="4522364"/>
            <a:ext cx="2533318" cy="121734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ts val="1600"/>
              </a:lnSpc>
              <a:buFontTx/>
              <a:buNone/>
              <a:defRPr sz="1100">
                <a:solidFill>
                  <a:srgbClr val="EFF2F6"/>
                </a:solidFill>
                <a:latin typeface="+mn-lt"/>
              </a:defRPr>
            </a:lvl1pPr>
            <a:lvl2pPr marL="457154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2pPr>
            <a:lvl3pPr marL="914309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3pPr>
            <a:lvl4pPr marL="1371463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4pPr>
            <a:lvl5pPr marL="1828617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5pPr>
          </a:lstStyle>
          <a:p>
            <a:pPr marL="0" marR="0" lvl="0" indent="0" algn="l" defTabSz="914309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A one paragraph summary of the campaign background and results. It should be no longer than one paragraph. A one paragraph summary of the campaign background and results. It should be no longer than one paragraph. </a:t>
            </a:r>
          </a:p>
        </p:txBody>
      </p:sp>
      <p:sp>
        <p:nvSpPr>
          <p:cNvPr id="73" name="Text Placeholder 3">
            <a:extLst>
              <a:ext uri="{FF2B5EF4-FFF2-40B4-BE49-F238E27FC236}">
                <a16:creationId xmlns:a16="http://schemas.microsoft.com/office/drawing/2014/main" id="{334B1808-9B5E-0397-B517-2B1CDBCD7D5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219447" y="2755134"/>
            <a:ext cx="4959865" cy="4971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2000"/>
              </a:lnSpc>
              <a:buFontTx/>
              <a:buNone/>
              <a:defRPr sz="1600">
                <a:solidFill>
                  <a:srgbClr val="EFF2F6"/>
                </a:solidFill>
                <a:latin typeface="+mn-lt"/>
              </a:defRPr>
            </a:lvl1pPr>
            <a:lvl2pPr marL="457154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2pPr>
            <a:lvl3pPr marL="914309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3pPr>
            <a:lvl4pPr marL="1371463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4pPr>
            <a:lvl5pPr marL="1828617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5pPr>
          </a:lstStyle>
          <a:p>
            <a:pPr lvl="0"/>
            <a:r>
              <a:rPr lang="en-GB" noProof="0"/>
              <a:t>Short Two line Descriptor including the Results or Impact of the Project.</a:t>
            </a:r>
          </a:p>
        </p:txBody>
      </p:sp>
      <p:sp>
        <p:nvSpPr>
          <p:cNvPr id="74" name="Freeform 18">
            <a:extLst>
              <a:ext uri="{FF2B5EF4-FFF2-40B4-BE49-F238E27FC236}">
                <a16:creationId xmlns:a16="http://schemas.microsoft.com/office/drawing/2014/main" id="{F6AB0640-F367-EC72-064E-50EDC76C9DB0}"/>
              </a:ext>
            </a:extLst>
          </p:cNvPr>
          <p:cNvSpPr>
            <a:spLocks/>
          </p:cNvSpPr>
          <p:nvPr userDrawn="1"/>
        </p:nvSpPr>
        <p:spPr bwMode="auto">
          <a:xfrm>
            <a:off x="8559700" y="4129480"/>
            <a:ext cx="232895" cy="237090"/>
          </a:xfrm>
          <a:custGeom>
            <a:avLst/>
            <a:gdLst>
              <a:gd name="T0" fmla="*/ 0 w 170"/>
              <a:gd name="T1" fmla="*/ 64 h 173"/>
              <a:gd name="T2" fmla="*/ 61 w 170"/>
              <a:gd name="T3" fmla="*/ 64 h 173"/>
              <a:gd name="T4" fmla="*/ 61 w 170"/>
              <a:gd name="T5" fmla="*/ 0 h 173"/>
              <a:gd name="T6" fmla="*/ 109 w 170"/>
              <a:gd name="T7" fmla="*/ 0 h 173"/>
              <a:gd name="T8" fmla="*/ 109 w 170"/>
              <a:gd name="T9" fmla="*/ 64 h 173"/>
              <a:gd name="T10" fmla="*/ 170 w 170"/>
              <a:gd name="T11" fmla="*/ 64 h 173"/>
              <a:gd name="T12" fmla="*/ 170 w 170"/>
              <a:gd name="T13" fmla="*/ 112 h 173"/>
              <a:gd name="T14" fmla="*/ 109 w 170"/>
              <a:gd name="T15" fmla="*/ 112 h 173"/>
              <a:gd name="T16" fmla="*/ 109 w 170"/>
              <a:gd name="T17" fmla="*/ 173 h 173"/>
              <a:gd name="T18" fmla="*/ 61 w 170"/>
              <a:gd name="T19" fmla="*/ 173 h 173"/>
              <a:gd name="T20" fmla="*/ 61 w 170"/>
              <a:gd name="T21" fmla="*/ 112 h 173"/>
              <a:gd name="T22" fmla="*/ 0 w 170"/>
              <a:gd name="T23" fmla="*/ 112 h 173"/>
              <a:gd name="T24" fmla="*/ 0 w 170"/>
              <a:gd name="T25" fmla="*/ 64 h 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70" h="173">
                <a:moveTo>
                  <a:pt x="0" y="64"/>
                </a:moveTo>
                <a:lnTo>
                  <a:pt x="61" y="64"/>
                </a:lnTo>
                <a:lnTo>
                  <a:pt x="61" y="0"/>
                </a:lnTo>
                <a:lnTo>
                  <a:pt x="109" y="0"/>
                </a:lnTo>
                <a:lnTo>
                  <a:pt x="109" y="64"/>
                </a:lnTo>
                <a:lnTo>
                  <a:pt x="170" y="64"/>
                </a:lnTo>
                <a:lnTo>
                  <a:pt x="170" y="112"/>
                </a:lnTo>
                <a:lnTo>
                  <a:pt x="109" y="112"/>
                </a:lnTo>
                <a:lnTo>
                  <a:pt x="109" y="173"/>
                </a:lnTo>
                <a:lnTo>
                  <a:pt x="61" y="173"/>
                </a:lnTo>
                <a:lnTo>
                  <a:pt x="61" y="112"/>
                </a:lnTo>
                <a:lnTo>
                  <a:pt x="0" y="112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endParaRPr lang="en-ZA" sz="2400">
              <a:latin typeface="+mn-lt"/>
            </a:endParaRPr>
          </a:p>
        </p:txBody>
      </p:sp>
      <p:sp>
        <p:nvSpPr>
          <p:cNvPr id="75" name="Text Placeholder 3">
            <a:extLst>
              <a:ext uri="{FF2B5EF4-FFF2-40B4-BE49-F238E27FC236}">
                <a16:creationId xmlns:a16="http://schemas.microsoft.com/office/drawing/2014/main" id="{27AD1314-00B2-22C6-734A-E4AF0E2113E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219446" y="772241"/>
            <a:ext cx="4959864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FontTx/>
              <a:buNone/>
              <a:defRPr sz="800" b="1" spc="90" baseline="0">
                <a:solidFill>
                  <a:schemeClr val="bg1"/>
                </a:solidFill>
                <a:latin typeface="+mn-lt"/>
              </a:defRPr>
            </a:lvl1pPr>
            <a:lvl2pPr marL="457154" indent="0">
              <a:buFontTx/>
              <a:buNone/>
              <a:defRPr/>
            </a:lvl2pPr>
            <a:lvl3pPr marL="914309" indent="0">
              <a:buFontTx/>
              <a:buNone/>
              <a:defRPr/>
            </a:lvl3pPr>
            <a:lvl4pPr marL="1371463" indent="0">
              <a:buFontTx/>
              <a:buNone/>
              <a:defRPr/>
            </a:lvl4pPr>
            <a:lvl5pPr marL="1828617" indent="0">
              <a:buFontTx/>
              <a:buNone/>
              <a:defRPr/>
            </a:lvl5pPr>
          </a:lstStyle>
          <a:p>
            <a:pPr lvl="0"/>
            <a:r>
              <a:rPr lang="en-GB" noProof="0"/>
              <a:t>COUNTRY | YEAR</a:t>
            </a:r>
          </a:p>
        </p:txBody>
      </p:sp>
      <p:sp>
        <p:nvSpPr>
          <p:cNvPr id="77" name="Title Placeholder 1">
            <a:extLst>
              <a:ext uri="{FF2B5EF4-FFF2-40B4-BE49-F238E27FC236}">
                <a16:creationId xmlns:a16="http://schemas.microsoft.com/office/drawing/2014/main" id="{29567158-E34B-58A8-E2A7-6BDE7A9E7A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446" y="1173954"/>
            <a:ext cx="4959864" cy="855960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spcBef>
                <a:spcPts val="600"/>
              </a:spcBef>
              <a:defRPr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Short case study heading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E13C80-6A93-CEC8-1D29-5970F1F6D69C}"/>
              </a:ext>
            </a:extLst>
          </p:cNvPr>
          <p:cNvSpPr/>
          <p:nvPr userDrawn="1"/>
        </p:nvSpPr>
        <p:spPr>
          <a:xfrm>
            <a:off x="6219446" y="2301686"/>
            <a:ext cx="1080000" cy="5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DF3E8-4516-AD32-C8CD-9ED063F1D324}"/>
              </a:ext>
            </a:extLst>
          </p:cNvPr>
          <p:cNvSpPr txBox="1"/>
          <p:nvPr userDrawn="1"/>
        </p:nvSpPr>
        <p:spPr>
          <a:xfrm>
            <a:off x="0" y="-242770"/>
            <a:ext cx="81387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The used logo used in the top left is a special version for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presentations only</a:t>
            </a:r>
            <a:r>
              <a:rPr lang="en-AU" sz="900" b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 its text is enlarged.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Copy the one on the Cover slide 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if needed for other purposes.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7FE4505-F091-DE98-42C6-2BA717C83E16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197" y="155160"/>
            <a:ext cx="964800" cy="23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1347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picture containing text, person, indoor&#10;&#10;Description automatically generated">
            <a:extLst>
              <a:ext uri="{FF2B5EF4-FFF2-40B4-BE49-F238E27FC236}">
                <a16:creationId xmlns:a16="http://schemas.microsoft.com/office/drawing/2014/main" id="{5BA2D191-F70F-3F63-91C3-ACFEC5F4F7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6" name="Freeform 5">
            <a:extLst>
              <a:ext uri="{FF2B5EF4-FFF2-40B4-BE49-F238E27FC236}">
                <a16:creationId xmlns:a16="http://schemas.microsoft.com/office/drawing/2014/main" id="{1CDEF698-0F28-955E-F35E-6429A95A4C64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12951" y="514469"/>
            <a:ext cx="5895202" cy="5898928"/>
          </a:xfrm>
          <a:custGeom>
            <a:avLst/>
            <a:gdLst>
              <a:gd name="T0" fmla="*/ 0 w 3709"/>
              <a:gd name="T1" fmla="*/ 0 h 3709"/>
              <a:gd name="T2" fmla="*/ 0 w 3709"/>
              <a:gd name="T3" fmla="*/ 3709 h 3709"/>
              <a:gd name="T4" fmla="*/ 3709 w 3709"/>
              <a:gd name="T5" fmla="*/ 3709 h 3709"/>
              <a:gd name="T6" fmla="*/ 3709 w 3709"/>
              <a:gd name="T7" fmla="*/ 0 h 3709"/>
              <a:gd name="T8" fmla="*/ 0 w 3709"/>
              <a:gd name="T9" fmla="*/ 0 h 3709"/>
              <a:gd name="T10" fmla="*/ 942 w 3709"/>
              <a:gd name="T11" fmla="*/ 3406 h 3709"/>
              <a:gd name="T12" fmla="*/ 305 w 3709"/>
              <a:gd name="T13" fmla="*/ 2769 h 3709"/>
              <a:gd name="T14" fmla="*/ 942 w 3709"/>
              <a:gd name="T15" fmla="*/ 2133 h 3709"/>
              <a:gd name="T16" fmla="*/ 1578 w 3709"/>
              <a:gd name="T17" fmla="*/ 2769 h 3709"/>
              <a:gd name="T18" fmla="*/ 942 w 3709"/>
              <a:gd name="T19" fmla="*/ 3406 h 37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709" h="3709">
                <a:moveTo>
                  <a:pt x="0" y="0"/>
                </a:moveTo>
                <a:cubicBezTo>
                  <a:pt x="0" y="3709"/>
                  <a:pt x="0" y="3709"/>
                  <a:pt x="0" y="3709"/>
                </a:cubicBezTo>
                <a:cubicBezTo>
                  <a:pt x="3709" y="3709"/>
                  <a:pt x="3709" y="3709"/>
                  <a:pt x="3709" y="3709"/>
                </a:cubicBezTo>
                <a:cubicBezTo>
                  <a:pt x="3709" y="0"/>
                  <a:pt x="3709" y="0"/>
                  <a:pt x="3709" y="0"/>
                </a:cubicBezTo>
                <a:lnTo>
                  <a:pt x="0" y="0"/>
                </a:lnTo>
                <a:close/>
                <a:moveTo>
                  <a:pt x="942" y="3406"/>
                </a:moveTo>
                <a:cubicBezTo>
                  <a:pt x="590" y="3406"/>
                  <a:pt x="305" y="3121"/>
                  <a:pt x="305" y="2769"/>
                </a:cubicBezTo>
                <a:cubicBezTo>
                  <a:pt x="305" y="2418"/>
                  <a:pt x="590" y="2133"/>
                  <a:pt x="942" y="2133"/>
                </a:cubicBezTo>
                <a:cubicBezTo>
                  <a:pt x="1293" y="2133"/>
                  <a:pt x="1578" y="2418"/>
                  <a:pt x="1578" y="2769"/>
                </a:cubicBezTo>
                <a:cubicBezTo>
                  <a:pt x="1578" y="3121"/>
                  <a:pt x="1293" y="3406"/>
                  <a:pt x="942" y="3406"/>
                </a:cubicBezTo>
                <a:close/>
              </a:path>
            </a:pathLst>
          </a:custGeom>
          <a:solidFill>
            <a:schemeClr val="bg1">
              <a:alpha val="88000"/>
            </a:schemeClr>
          </a:solidFill>
          <a:ln>
            <a:noFill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endParaRPr lang="en-ZA" sz="2400">
              <a:latin typeface="+mn-lt"/>
            </a:endParaRPr>
          </a:p>
        </p:txBody>
      </p:sp>
      <p:sp>
        <p:nvSpPr>
          <p:cNvPr id="30" name="Oval 6">
            <a:extLst>
              <a:ext uri="{FF2B5EF4-FFF2-40B4-BE49-F238E27FC236}">
                <a16:creationId xmlns:a16="http://schemas.microsoft.com/office/drawing/2014/main" id="{430F6B7D-10CA-3ABE-93B0-B06212CFC06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9832" y="4029605"/>
            <a:ext cx="1779232" cy="1779876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endParaRPr lang="en-ZA" sz="2400">
              <a:latin typeface="+mn-lt"/>
            </a:endParaRPr>
          </a:p>
        </p:txBody>
      </p:sp>
      <p:sp>
        <p:nvSpPr>
          <p:cNvPr id="32" name="그림 개체 틀 3">
            <a:extLst>
              <a:ext uri="{FF2B5EF4-FFF2-40B4-BE49-F238E27FC236}">
                <a16:creationId xmlns:a16="http://schemas.microsoft.com/office/drawing/2014/main" id="{7A03B6E1-8618-3773-D34F-AB51CF54085A}"/>
              </a:ext>
            </a:extLst>
          </p:cNvPr>
          <p:cNvSpPr>
            <a:spLocks noGrp="1" noChangeAspect="1"/>
          </p:cNvSpPr>
          <p:nvPr>
            <p:ph type="pic" sz="quarter" idx="46" hasCustomPrompt="1"/>
          </p:nvPr>
        </p:nvSpPr>
        <p:spPr>
          <a:xfrm>
            <a:off x="1470275" y="4376752"/>
            <a:ext cx="1064887" cy="10654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457143" indent="-457143" algn="ctr">
              <a:buNone/>
              <a:defRPr lang="ko-KR" altLang="en-US" sz="1100" kern="1200" baseline="0" dirty="0">
                <a:solidFill>
                  <a:srgbClr val="0E1D29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219048" rtl="0" eaLnBrk="1" latinLnBrk="1" hangingPunct="1">
              <a:spcBef>
                <a:spcPct val="20000"/>
              </a:spcBef>
            </a:pPr>
            <a:r>
              <a:rPr lang="en-US" altLang="ko-KR"/>
              <a:t>Client Logo</a:t>
            </a:r>
            <a:endParaRPr lang="ko-KR" alt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D4078AA-28E3-FF25-3A67-355E542CCF53}"/>
              </a:ext>
            </a:extLst>
          </p:cNvPr>
          <p:cNvCxnSpPr>
            <a:cxnSpLocks/>
          </p:cNvCxnSpPr>
          <p:nvPr userDrawn="1"/>
        </p:nvCxnSpPr>
        <p:spPr>
          <a:xfrm>
            <a:off x="1008982" y="3492727"/>
            <a:ext cx="495473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8E2DBD9-E691-E912-C900-3557AD3E59B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430397" y="4522364"/>
            <a:ext cx="2533318" cy="121734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ts val="1600"/>
              </a:lnSpc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154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2pPr>
            <a:lvl3pPr marL="914309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3pPr>
            <a:lvl4pPr marL="1371463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4pPr>
            <a:lvl5pPr marL="1828617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5pPr>
          </a:lstStyle>
          <a:p>
            <a:pPr marL="0" marR="0" lvl="0" indent="0" algn="l" defTabSz="914309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A one paragraph summary of the campaign background and results. It should be no longer than one paragraph. A one paragraph summary of the campaign background and results. It should be no longer than one paragraph. 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EF62E17F-8723-AEC5-D1FC-27C24162A7A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3851" y="2755134"/>
            <a:ext cx="4959865" cy="4971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2000"/>
              </a:lnSpc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154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2pPr>
            <a:lvl3pPr marL="914309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3pPr>
            <a:lvl4pPr marL="1371463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4pPr>
            <a:lvl5pPr marL="1828617" indent="0">
              <a:lnSpc>
                <a:spcPts val="2000"/>
              </a:lnSpc>
              <a:buFontTx/>
              <a:buNone/>
              <a:defRPr sz="1600">
                <a:latin typeface="+mj-lt"/>
              </a:defRPr>
            </a:lvl5pPr>
          </a:lstStyle>
          <a:p>
            <a:pPr lvl="0"/>
            <a:r>
              <a:rPr lang="en-GB" noProof="0"/>
              <a:t>Short Two line Descriptor including the Results or Impact of the Project.</a:t>
            </a:r>
          </a:p>
        </p:txBody>
      </p:sp>
      <p:sp>
        <p:nvSpPr>
          <p:cNvPr id="36" name="Freeform 18">
            <a:extLst>
              <a:ext uri="{FF2B5EF4-FFF2-40B4-BE49-F238E27FC236}">
                <a16:creationId xmlns:a16="http://schemas.microsoft.com/office/drawing/2014/main" id="{C0C1CD64-56CA-40D6-484B-82AF8140775A}"/>
              </a:ext>
            </a:extLst>
          </p:cNvPr>
          <p:cNvSpPr>
            <a:spLocks/>
          </p:cNvSpPr>
          <p:nvPr userDrawn="1"/>
        </p:nvSpPr>
        <p:spPr bwMode="auto">
          <a:xfrm>
            <a:off x="3344104" y="4129480"/>
            <a:ext cx="232895" cy="237090"/>
          </a:xfrm>
          <a:custGeom>
            <a:avLst/>
            <a:gdLst>
              <a:gd name="T0" fmla="*/ 0 w 170"/>
              <a:gd name="T1" fmla="*/ 64 h 173"/>
              <a:gd name="T2" fmla="*/ 61 w 170"/>
              <a:gd name="T3" fmla="*/ 64 h 173"/>
              <a:gd name="T4" fmla="*/ 61 w 170"/>
              <a:gd name="T5" fmla="*/ 0 h 173"/>
              <a:gd name="T6" fmla="*/ 109 w 170"/>
              <a:gd name="T7" fmla="*/ 0 h 173"/>
              <a:gd name="T8" fmla="*/ 109 w 170"/>
              <a:gd name="T9" fmla="*/ 64 h 173"/>
              <a:gd name="T10" fmla="*/ 170 w 170"/>
              <a:gd name="T11" fmla="*/ 64 h 173"/>
              <a:gd name="T12" fmla="*/ 170 w 170"/>
              <a:gd name="T13" fmla="*/ 112 h 173"/>
              <a:gd name="T14" fmla="*/ 109 w 170"/>
              <a:gd name="T15" fmla="*/ 112 h 173"/>
              <a:gd name="T16" fmla="*/ 109 w 170"/>
              <a:gd name="T17" fmla="*/ 173 h 173"/>
              <a:gd name="T18" fmla="*/ 61 w 170"/>
              <a:gd name="T19" fmla="*/ 173 h 173"/>
              <a:gd name="T20" fmla="*/ 61 w 170"/>
              <a:gd name="T21" fmla="*/ 112 h 173"/>
              <a:gd name="T22" fmla="*/ 0 w 170"/>
              <a:gd name="T23" fmla="*/ 112 h 173"/>
              <a:gd name="T24" fmla="*/ 0 w 170"/>
              <a:gd name="T25" fmla="*/ 64 h 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70" h="173">
                <a:moveTo>
                  <a:pt x="0" y="64"/>
                </a:moveTo>
                <a:lnTo>
                  <a:pt x="61" y="64"/>
                </a:lnTo>
                <a:lnTo>
                  <a:pt x="61" y="0"/>
                </a:lnTo>
                <a:lnTo>
                  <a:pt x="109" y="0"/>
                </a:lnTo>
                <a:lnTo>
                  <a:pt x="109" y="64"/>
                </a:lnTo>
                <a:lnTo>
                  <a:pt x="170" y="64"/>
                </a:lnTo>
                <a:lnTo>
                  <a:pt x="170" y="112"/>
                </a:lnTo>
                <a:lnTo>
                  <a:pt x="109" y="112"/>
                </a:lnTo>
                <a:lnTo>
                  <a:pt x="109" y="173"/>
                </a:lnTo>
                <a:lnTo>
                  <a:pt x="61" y="173"/>
                </a:lnTo>
                <a:lnTo>
                  <a:pt x="61" y="112"/>
                </a:lnTo>
                <a:lnTo>
                  <a:pt x="0" y="112"/>
                </a:lnTo>
                <a:lnTo>
                  <a:pt x="0" y="6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endParaRPr lang="en-ZA" sz="2400">
              <a:latin typeface="+mn-lt"/>
            </a:endParaRP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5EFEC11D-2864-08E0-1081-6265B00FA38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03851" y="772241"/>
            <a:ext cx="4959864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FontTx/>
              <a:buNone/>
              <a:defRPr sz="800" b="1" spc="9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  <a:lvl2pPr marL="457154" indent="0">
              <a:buFontTx/>
              <a:buNone/>
              <a:defRPr/>
            </a:lvl2pPr>
            <a:lvl3pPr marL="914309" indent="0">
              <a:buFontTx/>
              <a:buNone/>
              <a:defRPr/>
            </a:lvl3pPr>
            <a:lvl4pPr marL="1371463" indent="0">
              <a:buFontTx/>
              <a:buNone/>
              <a:defRPr/>
            </a:lvl4pPr>
            <a:lvl5pPr marL="1828617" indent="0">
              <a:buFontTx/>
              <a:buNone/>
              <a:defRPr/>
            </a:lvl5pPr>
          </a:lstStyle>
          <a:p>
            <a:pPr lvl="0"/>
            <a:r>
              <a:rPr lang="en-GB" noProof="0"/>
              <a:t>COUNTRY | YEAR</a:t>
            </a:r>
          </a:p>
        </p:txBody>
      </p:sp>
      <p:sp>
        <p:nvSpPr>
          <p:cNvPr id="38" name="Title Placeholder 1">
            <a:extLst>
              <a:ext uri="{FF2B5EF4-FFF2-40B4-BE49-F238E27FC236}">
                <a16:creationId xmlns:a16="http://schemas.microsoft.com/office/drawing/2014/main" id="{8CE11F7F-F747-7522-A7EC-82DE5C16A7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3851" y="1173954"/>
            <a:ext cx="4959864" cy="855960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spcBef>
                <a:spcPts val="600"/>
              </a:spcBef>
              <a:defRPr/>
            </a:lvl1pPr>
          </a:lstStyle>
          <a:p>
            <a:r>
              <a:rPr lang="en-US"/>
              <a:t>Short case study heading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4EFE68-01AE-3E27-9634-616458149C04}"/>
              </a:ext>
            </a:extLst>
          </p:cNvPr>
          <p:cNvSpPr/>
          <p:nvPr userDrawn="1"/>
        </p:nvSpPr>
        <p:spPr>
          <a:xfrm>
            <a:off x="1003851" y="2301686"/>
            <a:ext cx="1080000" cy="54000"/>
          </a:xfrm>
          <a:prstGeom prst="rect">
            <a:avLst/>
          </a:prstGeom>
          <a:solidFill>
            <a:srgbClr val="016F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endParaRPr lang="en-AU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601A90E-21B8-3365-FB9C-8593DEAE11F5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197" y="155160"/>
            <a:ext cx="964800" cy="2308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3469BA-FD1E-893E-F9C5-165D1001B761}"/>
              </a:ext>
            </a:extLst>
          </p:cNvPr>
          <p:cNvSpPr txBox="1"/>
          <p:nvPr userDrawn="1"/>
        </p:nvSpPr>
        <p:spPr>
          <a:xfrm>
            <a:off x="0" y="-242770"/>
            <a:ext cx="81387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The used logo used in the top left is a special version for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presentations only</a:t>
            </a:r>
            <a:r>
              <a:rPr lang="en-AU" sz="900" b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 its text is enlarged.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Copy the one on the Cover slide 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if needed for other purposes.</a:t>
            </a:r>
          </a:p>
        </p:txBody>
      </p:sp>
    </p:spTree>
    <p:extLst>
      <p:ext uri="{BB962C8B-B14F-4D97-AF65-F5344CB8AC3E}">
        <p14:creationId xmlns:p14="http://schemas.microsoft.com/office/powerpoint/2010/main" val="16507888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Divider" preserve="1" userDrawn="1">
  <p:cSld name="Section Divider"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Shape;654;p42"/>
          <p:cNvSpPr/>
          <p:nvPr/>
        </p:nvSpPr>
        <p:spPr>
          <a:xfrm>
            <a:off x="6096000" y="0"/>
            <a:ext cx="6096000" cy="68579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04" tIns="45689" rIns="91404" bIns="45689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+mn-lt"/>
              <a:ea typeface="Open Sans" pitchFamily="2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A84BC171-0AAF-5E06-9D09-5EF8C76E23B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Insert image</a:t>
            </a:r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1037B8-5B22-60B5-807B-927BA22AF5CC}"/>
              </a:ext>
            </a:extLst>
          </p:cNvPr>
          <p:cNvSpPr/>
          <p:nvPr userDrawn="1"/>
        </p:nvSpPr>
        <p:spPr>
          <a:xfrm>
            <a:off x="0" y="0"/>
            <a:ext cx="2600325" cy="1343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Shape;657;p42">
            <a:extLst>
              <a:ext uri="{FF2B5EF4-FFF2-40B4-BE49-F238E27FC236}">
                <a16:creationId xmlns:a16="http://schemas.microsoft.com/office/drawing/2014/main" id="{2535951A-F87C-430B-CCD9-2FBBFE996058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501737" y="3118070"/>
            <a:ext cx="4407956" cy="1110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464646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464646"/>
                </a:solidFill>
                <a:latin typeface="+mn-lt"/>
                <a:ea typeface="Open Sans" pitchFamily="2" charset="0"/>
                <a:cs typeface="Calibri" panose="020F0502020204030204" pitchFamily="34" charset="0"/>
                <a:sym typeface="Calibri"/>
              </a:defRPr>
            </a:lvl1pPr>
            <a:lvl2pPr marL="914217" marR="0" lvl="1" indent="-304739" algn="l" rtl="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464646"/>
              </a:buClr>
              <a:buSzPts val="1200"/>
              <a:buFont typeface="Calibri"/>
              <a:buChar char="+"/>
              <a:defRPr sz="1200" b="0" i="0" u="none" strike="noStrike" cap="none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326" marR="0" lvl="2" indent="-304739" algn="l" rtl="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464646"/>
              </a:buClr>
              <a:buSzPts val="1200"/>
              <a:buFont typeface="Calibri"/>
              <a:buChar char="–"/>
              <a:defRPr sz="1200" b="0" i="0" u="none" strike="noStrike" cap="none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434" marR="0" lvl="3" indent="-304739" algn="l" rtl="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464646"/>
              </a:buClr>
              <a:buSzPts val="1200"/>
              <a:buFont typeface="Calibri"/>
              <a:buChar char="–"/>
              <a:defRPr sz="1200" b="0" i="0" u="none" strike="noStrike" cap="none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5543" marR="0" lvl="4" indent="-304739" algn="l" rtl="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464646"/>
              </a:buClr>
              <a:buSzPts val="1200"/>
              <a:buFont typeface="Calibri"/>
              <a:buChar char="–"/>
              <a:defRPr sz="1200" b="0" i="0" u="none" strike="noStrike" cap="none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2651" marR="0" lvl="5" indent="-34283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199760" marR="0" lvl="6" indent="-34283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6868" marR="0" lvl="7" indent="-34283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3977" marR="0" lvl="8" indent="-34283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38ED1F-7738-EE18-BE2F-1F14F40857EF}"/>
              </a:ext>
            </a:extLst>
          </p:cNvPr>
          <p:cNvSpPr/>
          <p:nvPr userDrawn="1"/>
        </p:nvSpPr>
        <p:spPr>
          <a:xfrm>
            <a:off x="583584" y="2789335"/>
            <a:ext cx="1080000" cy="54000"/>
          </a:xfrm>
          <a:prstGeom prst="rect">
            <a:avLst/>
          </a:prstGeom>
          <a:solidFill>
            <a:srgbClr val="016F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4000"/>
              </a:lnSpc>
              <a:spcBef>
                <a:spcPts val="600"/>
              </a:spcBef>
            </a:pPr>
            <a:endParaRPr lang="en-AU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E612F94-3067-58C6-8AA0-036BE832D995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8197" y="155160"/>
            <a:ext cx="964800" cy="2308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107D87-35F2-94E4-952F-0EE392D02639}"/>
              </a:ext>
            </a:extLst>
          </p:cNvPr>
          <p:cNvSpPr txBox="1"/>
          <p:nvPr userDrawn="1"/>
        </p:nvSpPr>
        <p:spPr>
          <a:xfrm>
            <a:off x="0" y="-242770"/>
            <a:ext cx="81387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The used logo used in the top left is a special version for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presentations only</a:t>
            </a:r>
            <a:r>
              <a:rPr lang="en-AU" sz="900" b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 its text is enlarged.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Copy the one on the Cover slide 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if needed for other purposes.</a:t>
            </a:r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AC37F7F9-43C5-6C9F-0373-90370D148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572" y="1404222"/>
            <a:ext cx="4399122" cy="1110379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AU"/>
            </a:lvl1pPr>
          </a:lstStyle>
          <a:p>
            <a:pPr marL="0" lvl="0">
              <a:spcBef>
                <a:spcPts val="600"/>
              </a:spcBef>
            </a:pPr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3821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Bran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237520-1F5A-27F5-3AE9-1DB1DDBB38D4}"/>
              </a:ext>
            </a:extLst>
          </p:cNvPr>
          <p:cNvSpPr/>
          <p:nvPr userDrawn="1"/>
        </p:nvSpPr>
        <p:spPr>
          <a:xfrm>
            <a:off x="510571" y="905070"/>
            <a:ext cx="1318229" cy="3359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4000"/>
              </a:lnSpc>
              <a:spcBef>
                <a:spcPts val="600"/>
              </a:spcBef>
            </a:pPr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65BDB1-EEAA-4E34-40E1-5DB258E7942A}"/>
              </a:ext>
            </a:extLst>
          </p:cNvPr>
          <p:cNvSpPr/>
          <p:nvPr userDrawn="1"/>
        </p:nvSpPr>
        <p:spPr>
          <a:xfrm>
            <a:off x="9681376" y="0"/>
            <a:ext cx="2510624" cy="495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4000"/>
              </a:lnSpc>
              <a:spcBef>
                <a:spcPts val="600"/>
              </a:spcBef>
            </a:pP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88B2AB-0610-8E82-0DDF-D09ED7681F32}"/>
              </a:ext>
            </a:extLst>
          </p:cNvPr>
          <p:cNvSpPr txBox="1"/>
          <p:nvPr userDrawn="1"/>
        </p:nvSpPr>
        <p:spPr>
          <a:xfrm>
            <a:off x="0" y="-242770"/>
            <a:ext cx="81387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The used logo used in the top left is a special version for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presentations only</a:t>
            </a:r>
            <a:r>
              <a:rPr lang="en-AU" sz="900" b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 its text is enlarged. </a:t>
            </a:r>
            <a:r>
              <a:rPr lang="en-AU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Copy the one on the Cover slide </a:t>
            </a:r>
            <a:r>
              <a:rPr lang="en-AU" sz="900">
                <a:solidFill>
                  <a:schemeClr val="tx1">
                    <a:lumMod val="75000"/>
                    <a:lumOff val="25000"/>
                  </a:schemeClr>
                </a:solidFill>
              </a:rPr>
              <a:t>if needed for other purposes.</a:t>
            </a:r>
          </a:p>
        </p:txBody>
      </p:sp>
    </p:spTree>
    <p:extLst>
      <p:ext uri="{BB962C8B-B14F-4D97-AF65-F5344CB8AC3E}">
        <p14:creationId xmlns:p14="http://schemas.microsoft.com/office/powerpoint/2010/main" val="180936263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9477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0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0571" y="508130"/>
            <a:ext cx="11170859" cy="4813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B000011-2F4E-BFB5-D5E2-69FE158C0048}"/>
              </a:ext>
            </a:extLst>
          </p:cNvPr>
          <p:cNvSpPr/>
          <p:nvPr userDrawn="1"/>
        </p:nvSpPr>
        <p:spPr>
          <a:xfrm>
            <a:off x="607394" y="1065260"/>
            <a:ext cx="1080000" cy="54000"/>
          </a:xfrm>
          <a:prstGeom prst="rect">
            <a:avLst/>
          </a:prstGeom>
          <a:solidFill>
            <a:srgbClr val="016F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4000"/>
              </a:lnSpc>
              <a:spcBef>
                <a:spcPts val="600"/>
              </a:spcBef>
            </a:pP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571" y="1271511"/>
            <a:ext cx="11170859" cy="5101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3C1534-B40E-0B49-7AC3-508C2F72C824}"/>
              </a:ext>
            </a:extLst>
          </p:cNvPr>
          <p:cNvSpPr txBox="1"/>
          <p:nvPr userDrawn="1"/>
        </p:nvSpPr>
        <p:spPr>
          <a:xfrm>
            <a:off x="501736" y="6513055"/>
            <a:ext cx="11993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700">
                <a:solidFill>
                  <a:schemeClr val="bg1">
                    <a:lumMod val="75000"/>
                  </a:schemeClr>
                </a:solidFill>
                <a:latin typeface="+mn-lt"/>
              </a:rPr>
              <a:t>SALES TEAM PROVIDERS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EE88BE-77B5-A2BB-BD3E-08B371663B33}"/>
              </a:ext>
            </a:extLst>
          </p:cNvPr>
          <p:cNvSpPr txBox="1"/>
          <p:nvPr userDrawn="1"/>
        </p:nvSpPr>
        <p:spPr>
          <a:xfrm>
            <a:off x="10144210" y="6513055"/>
            <a:ext cx="133241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AU" sz="700">
                <a:solidFill>
                  <a:schemeClr val="bg1">
                    <a:lumMod val="75000"/>
                  </a:schemeClr>
                </a:solidFill>
                <a:latin typeface="+mn-lt"/>
              </a:rPr>
              <a:t>A DKSH SMOLLAN COMPANY</a:t>
            </a:r>
          </a:p>
        </p:txBody>
      </p:sp>
      <p:sp>
        <p:nvSpPr>
          <p:cNvPr id="8" name="Shape;649;p41">
            <a:extLst>
              <a:ext uri="{FF2B5EF4-FFF2-40B4-BE49-F238E27FC236}">
                <a16:creationId xmlns:a16="http://schemas.microsoft.com/office/drawing/2014/main" id="{4C75D8A3-A1D8-5544-BDA4-525D2BA598C7}"/>
              </a:ext>
            </a:extLst>
          </p:cNvPr>
          <p:cNvSpPr/>
          <p:nvPr userDrawn="1"/>
        </p:nvSpPr>
        <p:spPr>
          <a:xfrm>
            <a:off x="11541825" y="6513055"/>
            <a:ext cx="27122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/>
            <a:fld id="{00000000-1234-1234-1234-123412341234}" type="slidenum">
              <a:rPr lang="en-AU" sz="700">
                <a:solidFill>
                  <a:schemeClr val="bg1">
                    <a:lumMod val="75000"/>
                  </a:schemeClr>
                </a:solidFill>
                <a:latin typeface="+mn-lt"/>
                <a:sym typeface="Montserrat"/>
              </a:rPr>
              <a:pPr lvl="0" algn="l"/>
              <a:t>‹#›</a:t>
            </a:fld>
            <a:endParaRPr sz="700">
              <a:solidFill>
                <a:schemeClr val="bg1">
                  <a:lumMod val="75000"/>
                </a:schemeClr>
              </a:solidFill>
              <a:latin typeface="+mn-lt"/>
              <a:sym typeface="Montserrat"/>
            </a:endParaRPr>
          </a:p>
        </p:txBody>
      </p:sp>
      <p:cxnSp>
        <p:nvCxnSpPr>
          <p:cNvPr id="10" name="Shape;651;p41">
            <a:extLst>
              <a:ext uri="{FF2B5EF4-FFF2-40B4-BE49-F238E27FC236}">
                <a16:creationId xmlns:a16="http://schemas.microsoft.com/office/drawing/2014/main" id="{75BE399B-A7A0-BB38-E4D4-94D803892A3F}"/>
              </a:ext>
            </a:extLst>
          </p:cNvPr>
          <p:cNvCxnSpPr/>
          <p:nvPr userDrawn="1"/>
        </p:nvCxnSpPr>
        <p:spPr>
          <a:xfrm rot="10800000">
            <a:off x="11509226" y="6526138"/>
            <a:ext cx="0" cy="333450"/>
          </a:xfrm>
          <a:prstGeom prst="straightConnector1">
            <a:avLst/>
          </a:prstGeom>
          <a:noFill/>
          <a:ln w="952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E3E7DB93-AA9F-2E4A-C61A-00F636F12715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58197" y="155160"/>
            <a:ext cx="964800" cy="23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589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Segoe UI" panose="020B0502040204020203" pitchFamily="34" charset="0"/>
          <a:cs typeface="Segoe UI" panose="020B0502040204020203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47675" indent="-17145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895350" indent="-17145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343025" indent="-17145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790700" indent="-17145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tabLst>
          <a:tab pos="1790700" algn="l"/>
        </a:tabLst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D3A0FA-2F82-A039-881B-792988249F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 flipH="1">
            <a:off x="510570" y="1271511"/>
            <a:ext cx="10574871" cy="36000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BF9A710-E4E4-5A70-2673-34125178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572" y="508130"/>
            <a:ext cx="10574872" cy="481397"/>
          </a:xfrm>
        </p:spPr>
        <p:txBody>
          <a:bodyPr/>
          <a:lstStyle/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389219-EFE6-C926-452C-96DF62370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1228" y="142338"/>
            <a:ext cx="725487" cy="73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079631"/>
      </p:ext>
    </p:extLst>
  </p:cSld>
  <p:clrMapOvr>
    <a:masterClrMapping/>
  </p:clrMapOvr>
</p:sld>
</file>

<file path=ppt/theme/theme1.xml><?xml version="1.0" encoding="utf-8"?>
<a:theme xmlns:a="http://schemas.openxmlformats.org/drawingml/2006/main" name="STP 2023 v3">
  <a:themeElements>
    <a:clrScheme name="DKSH Smollan 2023">
      <a:dk1>
        <a:sysClr val="windowText" lastClr="000000"/>
      </a:dk1>
      <a:lt1>
        <a:sysClr val="window" lastClr="FFFFFF"/>
      </a:lt1>
      <a:dk2>
        <a:srgbClr val="003055"/>
      </a:dk2>
      <a:lt2>
        <a:srgbClr val="E7E6E6"/>
      </a:lt2>
      <a:accent1>
        <a:srgbClr val="0060A9"/>
      </a:accent1>
      <a:accent2>
        <a:srgbClr val="EA4335"/>
      </a:accent2>
      <a:accent3>
        <a:srgbClr val="FBBC04"/>
      </a:accent3>
      <a:accent4>
        <a:srgbClr val="34A853"/>
      </a:accent4>
      <a:accent5>
        <a:srgbClr val="9C27B0"/>
      </a:accent5>
      <a:accent6>
        <a:srgbClr val="F78200"/>
      </a:accent6>
      <a:hlink>
        <a:srgbClr val="32A6FF"/>
      </a:hlink>
      <a:folHlink>
        <a:srgbClr val="32A6FF"/>
      </a:folHlink>
    </a:clrScheme>
    <a:fontScheme name="DKSH Smollan 2023">
      <a:majorFont>
        <a:latin typeface="Century Gothic"/>
        <a:ea typeface=""/>
        <a:cs typeface=""/>
      </a:majorFont>
      <a:minorFont>
        <a:latin typeface="Bierstad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lnSpc>
            <a:spcPct val="100000"/>
          </a:lnSpc>
          <a:spcBef>
            <a:spcPts val="600"/>
          </a:spcBef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lnSpc>
            <a:spcPct val="100000"/>
          </a:lnSpc>
          <a:spcBef>
            <a:spcPts val="600"/>
          </a:spcBef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3" id="{BD9F9980-77ED-4643-BB0F-493F524AA5E4}" vid="{23A45A96-52A2-4B02-B640-58281EE025D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Bierstadt</vt:lpstr>
      <vt:lpstr>Calibri</vt:lpstr>
      <vt:lpstr>Century Gothic</vt:lpstr>
      <vt:lpstr>STP 2023 v3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 gowen</dc:creator>
  <cp:lastModifiedBy>sam gowen</cp:lastModifiedBy>
  <cp:revision>1</cp:revision>
  <dcterms:created xsi:type="dcterms:W3CDTF">2026-06-04T05:44:12Z</dcterms:created>
  <dcterms:modified xsi:type="dcterms:W3CDTF">2026-06-04T05:45:17Z</dcterms:modified>
</cp:coreProperties>
</file>